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heme/theme6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4024" r:id="rId6"/>
    <p:sldMasterId id="2147484045" r:id="rId7"/>
    <p:sldMasterId id="2147484060" r:id="rId8"/>
  </p:sldMasterIdLst>
  <p:notesMasterIdLst>
    <p:notesMasterId r:id="rId12"/>
  </p:notesMasterIdLst>
  <p:sldIdLst>
    <p:sldId id="2147483602" r:id="rId9"/>
    <p:sldId id="2147483605" r:id="rId10"/>
    <p:sldId id="2147483595" r:id="rId11"/>
  </p:sldIdLst>
  <p:sldSz cx="12192000" cy="6858000"/>
  <p:notesSz cx="7004050" cy="9290050"/>
  <p:custDataLst>
    <p:tags r:id="rId1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4042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46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85800-086B-0B26-9039-790680839114}" name="Varawalla, Shamim" initials="VS" userId="S::shamim.varawalla@canadalife.com::bb4b3e17-5bef-40d6-a954-434fcbe8182a" providerId="AD"/>
  <p188:author id="{D9659B02-1549-51CC-294C-4A45BAB934AF}" name="Venkatadri, Kaushik" initials="VK" userId="S::kaushik.venkatadri@canadalife.com::507e3d5f-b488-442e-8e6d-90767e555ee6" providerId="AD"/>
  <p188:author id="{E7E14C09-947E-D627-6EEC-880EFC710BEF}" name="Chandrashekar, Santhosh Kumar" initials="CS" userId="S::santhoshkumar.chandrashekar@canadalife.com::33ddd543-969c-47e7-9de7-a6e3c0b036f2" providerId="AD"/>
  <p188:author id="{54AB9D23-3050-6395-67D6-8126D87AE149}" name="Chandrashekar, Santhosh Kumar" initials="SC" userId="S::SanthoshKumar.Chandrashekar@canadalife.com::33ddd543-969c-47e7-9de7-a6e3c0b036f2" providerId="AD"/>
  <p188:author id="{07226F2C-BBF1-2E73-5429-B840E5F99F10}" name="Varawalla, Shamim" initials="VS" userId="S::Shamim.Varawalla@canadalife.com::bb4b3e17-5bef-40d6-a954-434fcbe8182a" providerId="AD"/>
  <p188:author id="{2226CC32-4625-E88E-F680-52A44C4808B8}" name="Bassett, Jeff" initials="JB" userId="S::Jeff.Bassett@canadalife.com::d4654886-c54c-4d12-b957-9029a28d1c44" providerId="AD"/>
  <p188:author id="{9F47EC35-8066-C244-EF33-120C4BDDB4DF}" name="Haugh, Mhairi" initials="HM" userId="S::mhairi.haugh@canadalife.com::19308c5b-d963-4db0-83be-ed092f923b27" providerId="AD"/>
  <p188:author id="{2C65743B-54AA-C80E-FE2B-44E02C59A2EE}" name="Sagar, Sachin" initials="SS" userId="S::Sachin.Sagar@canadalife.com::4455667c-a27b-439d-96fe-dcbbd42989b6" providerId="AD"/>
  <p188:author id="{85939C49-9FC2-AF71-8858-ADCF6B5D6A34}" name="Laroiya, Tushar" initials="TL" userId="S::Tushar.Laroiya@canadalife.com::3884597f-4f91-440c-ab68-e576263846ac" providerId="AD"/>
  <p188:author id="{B0331150-1052-7BA9-3CD5-B9ABE9D9A0D8}" name="Venkatadri, Kaushik" initials="" userId="S::Kaushik.Venkatadri@canadalife.com::507e3d5f-b488-442e-8e6d-90767e555ee6" providerId="AD"/>
  <p188:author id="{A4D75254-E6B0-CDF7-938A-68A6545FDE00}" name="Caruso, Dan" initials="CD" userId="S::dan.caruso@canadalife.com::6cd8c7bf-357b-4593-a01f-083e1efa18c5" providerId="AD"/>
  <p188:author id="{291BF75B-CA50-D6FB-3C2C-A039324CE87A}" name="Rempel, Gord" initials="RG" userId="S::gord.rempel@canadalife.com::53d8bceb-b799-4cb6-aaea-c9175897fdf7" providerId="AD"/>
  <p188:author id="{04997B61-8C70-F2F8-B125-916FA1F5FBBD}" name="Singh, Ashish Deep" initials="AS" userId="S::AshishDeep.Singh@canadalife.com::801a5197-f33d-4ee5-a86c-1f6137e3ebd8" providerId="AD"/>
  <p188:author id="{6451CE62-9D8B-E9C3-114A-6C7DB4895624}" name="Rangwani, Shweta" initials="" userId="S::Shweta.Rangwani@canadalife.com::21ae6fc3-079e-4c46-8796-7fbae64933c6" providerId="AD"/>
  <p188:author id="{02872268-5CB5-E934-903F-009E7174D41F}" name="Kochhar, Prasoon" initials="" userId="S::Prasoon.Kochhar@canadalife.com::ddb32b7c-f9d1-4e51-8128-0236a5afa510" providerId="AD"/>
  <p188:author id="{42B70170-2136-25D0-D056-83E890C90CDD}" name="Harriet, Debbie" initials="" userId="S::Debbie.Harriet@canadalife.com::be688dbb-d007-4c8e-a802-3c4adc5ed671" providerId="AD"/>
  <p188:author id="{98D00081-B044-18A2-FB57-81CD714F3789}" name="Bruchanski, Terinia" initials="BT" userId="S::terinia.bruchanski@canadalife.com::5d202a2c-dfac-4bbc-a9d8-2568859b7861" providerId="AD"/>
  <p188:author id="{44E69D85-6C70-496C-17CB-F421CF938756}" name="Haq, Moazzam" initials="MH" userId="S::Moazzam.Haq@canadalife.com::ebcdbb6d-5d9c-444c-9b61-0ce996728529" providerId="AD"/>
  <p188:author id="{ACF0E3A0-10AB-7F8A-C21C-229F505D0C31}" name="Tompkins, Drew" initials="TD" userId="S::drew.tompkins@canadalife.com::5fe6eec8-64fa-464b-8aab-1c923af06b5d" providerId="AD"/>
  <p188:author id="{364702B4-2B68-C300-84DD-439F353EE71F}" name="James, Alison" initials="AJ" userId="S::Alison.James@canadalife.com::299cfd36-2895-48f6-a50e-d6fa25adb1b0" providerId="AD"/>
  <p188:author id="{C59E05C1-8306-A3A8-69C5-2745E0B2A51D}" name="Haugh, Mhairi" initials="MH" userId="S::Mhairi.Haugh@canadalife.com::19308c5b-d963-4db0-83be-ed092f923b27" providerId="AD"/>
  <p188:author id="{A0AE89C3-82C7-4B6A-5944-23E451E2D0E9}" name="Dev Ghosh" initials="DG" userId="S::Dev.Ghosh@parthenon.ey.com::40e6b782-4947-4ff8-98e4-e41331243699" providerId="AD"/>
  <p188:author id="{C9BAE8C6-2B81-B20F-882D-FD365AA73456}" name="James, Alison" initials="JA" userId="S::alison.james@canadalife.com::299cfd36-2895-48f6-a50e-d6fa25adb1b0" providerId="AD"/>
  <p188:author id="{4274E7D4-145F-003F-60FB-0AE7D1781563}" name="Khan, Urooj" initials="KU" userId="S::urooj.khan@canadalife.com::c4c10e43-875b-4366-a7a3-71c462862334" providerId="AD"/>
  <p188:author id="{25B83BD5-1FC8-0D2D-F6CA-11F26F792CE1}" name="Harriet, Debbie" initials="HD" userId="S::debbie.harriet@canadalife.com::be688dbb-d007-4c8e-a802-3c4adc5ed671" providerId="AD"/>
  <p188:author id="{F89D28E7-763E-26FD-C7D4-94E93CC3CC7A}" name="Caruso, Dan" initials="DC" userId="S::Dan.Caruso@canadalife.com::6cd8c7bf-357b-4593-a01f-083e1efa18c5" providerId="AD"/>
  <p188:author id="{A256A5E9-6520-AB5C-B6D3-B9889DFB9156}" name="Singh, Harjot (OCIO)" initials="" userId="S::Harjot.Singh@canadalife.com::aa284084-3f3c-4b29-91fc-54a0819acf76" providerId="AD"/>
  <p188:author id="{6E4D6AF5-F032-D07E-A799-E087948866CC}" name="Mudgil, Ruhi" initials="RM" userId="S::Ruhi.Mudgil@canadalife.com::11c5fdf3-67eb-4ce4-addf-9bd1059f5981" providerId="AD"/>
  <p188:author id="{9D9127F6-C6B8-9372-92BC-D73D56527D9C}" name="Khan, Urooj" initials="UK" userId="S::Urooj.Khan@canadalife.com::c4c10e43-875b-4366-a7a3-71c462862334" providerId="AD"/>
  <p188:author id="{8B597DF9-E2F4-2859-1BBD-F8F32E37FE7F}" name="Tompkins, Drew" initials="DT" userId="S::Drew.Tompkins@canadalife.com::5fe6eec8-64fa-464b-8aab-1c923af06b5d" providerId="AD"/>
  <p188:author id="{988B63FD-84DC-437D-CA1D-AB35886BE6DF}" name="Tran, Han" initials="HT" userId="S::Han.Tran@canadalife.com::bc7537e5-71c1-4515-993e-ff9a95e4f4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0C2F"/>
    <a:srgbClr val="000000"/>
    <a:srgbClr val="F0CCD2"/>
    <a:srgbClr val="F2DDAC"/>
    <a:srgbClr val="E0DDC5"/>
    <a:srgbClr val="D9D9D9"/>
    <a:srgbClr val="FFFFFF"/>
    <a:srgbClr val="E61E1E"/>
    <a:srgbClr val="F2F2F2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AAB5AA-0E01-479A-C9EC-1632B57340CF}" v="103" dt="2025-12-10T11:44:31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550"/>
        <p:guide orient="horz" pos="4042"/>
        <p:guide pos="166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341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/>
            </a:lvl1pPr>
          </a:lstStyle>
          <a:p>
            <a:fld id="{96DF29BA-0CA2-49C2-976B-1DCB9770595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1160463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4" tIns="46552" rIns="93104" bIns="4655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05" y="4470837"/>
            <a:ext cx="5603240" cy="3657957"/>
          </a:xfrm>
          <a:prstGeom prst="rect">
            <a:avLst/>
          </a:prstGeom>
        </p:spPr>
        <p:txBody>
          <a:bodyPr vert="horz" lIns="93104" tIns="46552" rIns="93104" bIns="4655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341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/>
            </a:lvl1pPr>
          </a:lstStyle>
          <a:p>
            <a:fld id="{0992D678-824D-4B52-AB7F-FB5175FA1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2.xml"/><Relationship Id="rId7" Type="http://schemas.openxmlformats.org/officeDocument/2006/relationships/oleObject" Target="../embeddings/oleObject4.bin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37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9.xml"/><Relationship Id="rId7" Type="http://schemas.openxmlformats.org/officeDocument/2006/relationships/oleObject" Target="../embeddings/oleObject4.bin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4.xml"/><Relationship Id="rId7" Type="http://schemas.openxmlformats.org/officeDocument/2006/relationships/oleObject" Target="../embeddings/oleObject7.bin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9.xml"/><Relationship Id="rId7" Type="http://schemas.openxmlformats.org/officeDocument/2006/relationships/oleObject" Target="../embeddings/oleObject4.bin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6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image" Target="../media/image3.emf"/><Relationship Id="rId5" Type="http://schemas.openxmlformats.org/officeDocument/2006/relationships/tags" Target="../tags/tag72.xml"/><Relationship Id="rId10" Type="http://schemas.openxmlformats.org/officeDocument/2006/relationships/image" Target="../media/image4.emf"/><Relationship Id="rId4" Type="http://schemas.openxmlformats.org/officeDocument/2006/relationships/tags" Target="../tags/tag71.xml"/><Relationship Id="rId9" Type="http://schemas.openxmlformats.org/officeDocument/2006/relationships/oleObject" Target="../embeddings/oleObject9.bin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3.emf"/><Relationship Id="rId5" Type="http://schemas.openxmlformats.org/officeDocument/2006/relationships/tags" Target="../tags/tag79.xml"/><Relationship Id="rId10" Type="http://schemas.openxmlformats.org/officeDocument/2006/relationships/image" Target="../media/image4.emf"/><Relationship Id="rId4" Type="http://schemas.openxmlformats.org/officeDocument/2006/relationships/tags" Target="../tags/tag78.xml"/><Relationship Id="rId9" Type="http://schemas.openxmlformats.org/officeDocument/2006/relationships/oleObject" Target="../embeddings/oleObject10.bin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3.emf"/><Relationship Id="rId5" Type="http://schemas.openxmlformats.org/officeDocument/2006/relationships/tags" Target="../tags/tag86.xml"/><Relationship Id="rId10" Type="http://schemas.openxmlformats.org/officeDocument/2006/relationships/image" Target="../media/image4.emf"/><Relationship Id="rId4" Type="http://schemas.openxmlformats.org/officeDocument/2006/relationships/tags" Target="../tags/tag85.xml"/><Relationship Id="rId9" Type="http://schemas.openxmlformats.org/officeDocument/2006/relationships/oleObject" Target="../embeddings/oleObject11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3.emf"/><Relationship Id="rId5" Type="http://schemas.openxmlformats.org/officeDocument/2006/relationships/tags" Target="../tags/tag93.xml"/><Relationship Id="rId10" Type="http://schemas.openxmlformats.org/officeDocument/2006/relationships/image" Target="../media/image5.emf"/><Relationship Id="rId4" Type="http://schemas.openxmlformats.org/officeDocument/2006/relationships/tags" Target="../tags/tag92.xml"/><Relationship Id="rId9" Type="http://schemas.openxmlformats.org/officeDocument/2006/relationships/oleObject" Target="../embeddings/oleObject12.bin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3.emf"/><Relationship Id="rId5" Type="http://schemas.openxmlformats.org/officeDocument/2006/relationships/tags" Target="../tags/tag100.xml"/><Relationship Id="rId10" Type="http://schemas.openxmlformats.org/officeDocument/2006/relationships/image" Target="../media/image4.emf"/><Relationship Id="rId4" Type="http://schemas.openxmlformats.org/officeDocument/2006/relationships/tags" Target="../tags/tag99.xml"/><Relationship Id="rId9" Type="http://schemas.openxmlformats.org/officeDocument/2006/relationships/oleObject" Target="../embeddings/oleObject13.bin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3.emf"/><Relationship Id="rId5" Type="http://schemas.openxmlformats.org/officeDocument/2006/relationships/tags" Target="../tags/tag107.xml"/><Relationship Id="rId10" Type="http://schemas.openxmlformats.org/officeDocument/2006/relationships/image" Target="../media/image4.emf"/><Relationship Id="rId4" Type="http://schemas.openxmlformats.org/officeDocument/2006/relationships/tags" Target="../tags/tag106.xml"/><Relationship Id="rId9" Type="http://schemas.openxmlformats.org/officeDocument/2006/relationships/oleObject" Target="../embeddings/oleObject14.bin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image" Target="../media/image3.emf"/><Relationship Id="rId5" Type="http://schemas.openxmlformats.org/officeDocument/2006/relationships/tags" Target="../tags/tag114.xml"/><Relationship Id="rId10" Type="http://schemas.openxmlformats.org/officeDocument/2006/relationships/image" Target="../media/image5.emf"/><Relationship Id="rId4" Type="http://schemas.openxmlformats.org/officeDocument/2006/relationships/tags" Target="../tags/tag113.xml"/><Relationship Id="rId9" Type="http://schemas.openxmlformats.org/officeDocument/2006/relationships/oleObject" Target="../embeddings/oleObject15.bin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image" Target="../media/image3.emf"/><Relationship Id="rId5" Type="http://schemas.openxmlformats.org/officeDocument/2006/relationships/tags" Target="../tags/tag121.xml"/><Relationship Id="rId10" Type="http://schemas.openxmlformats.org/officeDocument/2006/relationships/image" Target="../media/image4.emf"/><Relationship Id="rId4" Type="http://schemas.openxmlformats.org/officeDocument/2006/relationships/tags" Target="../tags/tag120.xml"/><Relationship Id="rId9" Type="http://schemas.openxmlformats.org/officeDocument/2006/relationships/oleObject" Target="../embeddings/oleObject16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3.emf"/><Relationship Id="rId5" Type="http://schemas.openxmlformats.org/officeDocument/2006/relationships/tags" Target="../tags/tag128.xml"/><Relationship Id="rId10" Type="http://schemas.openxmlformats.org/officeDocument/2006/relationships/image" Target="../media/image4.emf"/><Relationship Id="rId4" Type="http://schemas.openxmlformats.org/officeDocument/2006/relationships/tags" Target="../tags/tag127.xml"/><Relationship Id="rId9" Type="http://schemas.openxmlformats.org/officeDocument/2006/relationships/oleObject" Target="../embeddings/oleObject17.bin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image" Target="../media/image3.emf"/><Relationship Id="rId5" Type="http://schemas.openxmlformats.org/officeDocument/2006/relationships/tags" Target="../tags/tag135.xml"/><Relationship Id="rId10" Type="http://schemas.openxmlformats.org/officeDocument/2006/relationships/image" Target="../media/image4.emf"/><Relationship Id="rId4" Type="http://schemas.openxmlformats.org/officeDocument/2006/relationships/tags" Target="../tags/tag134.xml"/><Relationship Id="rId9" Type="http://schemas.openxmlformats.org/officeDocument/2006/relationships/oleObject" Target="../embeddings/oleObject4.bin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40.xml"/><Relationship Id="rId7" Type="http://schemas.openxmlformats.org/officeDocument/2006/relationships/oleObject" Target="../embeddings/oleObject18.bin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9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7" Type="http://schemas.openxmlformats.org/officeDocument/2006/relationships/image" Target="../media/image3.emf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0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600"/>
            <a:ext cx="10974283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67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2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76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435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051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3936" userDrawn="1">
          <p15:clr>
            <a:srgbClr val="FBAE40"/>
          </p15:clr>
        </p15:guide>
        <p15:guide id="4" orient="horz" pos="3792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90CB781-62E8-C740-9FC2-AF70714CA6F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1648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816" userDrawn="1">
          <p15:clr>
            <a:srgbClr val="FBAE40"/>
          </p15:clr>
        </p15:guide>
        <p15:guide id="4" orient="horz" pos="3936" userDrawn="1">
          <p15:clr>
            <a:srgbClr val="FBAE40"/>
          </p15:clr>
        </p15:guide>
        <p15:guide id="5" orient="horz" pos="3792" userDrawn="1">
          <p15:clr>
            <a:srgbClr val="FBAE40"/>
          </p15:clr>
        </p15:guide>
        <p15:guide id="6" pos="3744" userDrawn="1">
          <p15:clr>
            <a:srgbClr val="FBAE40"/>
          </p15:clr>
        </p15:guide>
        <p15:guide id="7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5E41CEC-9B27-A749-A91A-F3876DEE64F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61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99D70A-FB1B-FA4E-8933-89A0D75272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82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576" userDrawn="1">
          <p15:clr>
            <a:srgbClr val="FBAE40"/>
          </p15:clr>
        </p15:guide>
        <p15:guide id="4" orient="horz" pos="81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67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E6DF-B3B9-7E40-B9F1-4880D25F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4"/>
            <a:ext cx="11420856" cy="1327406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C59257A0-6B83-4D3D-A541-6CB290CD7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3D39E-AEBB-3045-BEFE-A5D4AC3AA1A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E5C5F2E2-F73E-ED44-995B-929141C21D26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147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771C-B75B-5948-B389-31FAC523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99" y="258707"/>
            <a:ext cx="10515600" cy="4979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F05CB-0C0C-0346-B965-4B52E38BD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EC9632-FDFC-7346-ADAC-032CD9055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51D7F-14A2-E349-A752-D858A6B93E45}"/>
              </a:ext>
            </a:extLst>
          </p:cNvPr>
          <p:cNvSpPr/>
          <p:nvPr userDrawn="1"/>
        </p:nvSpPr>
        <p:spPr>
          <a:xfrm>
            <a:off x="0" y="914400"/>
            <a:ext cx="12192000" cy="525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A6D5213-C91B-FB4F-87B7-F8A925E83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364" y="6477535"/>
            <a:ext cx="2195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content, foot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426720" y="347472"/>
            <a:ext cx="11338560" cy="6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Line 4"/>
          <p:cNvSpPr>
            <a:spLocks noChangeShapeType="1"/>
          </p:cNvSpPr>
          <p:nvPr userDrawn="1"/>
        </p:nvSpPr>
        <p:spPr bwMode="auto">
          <a:xfrm>
            <a:off x="426720" y="1060704"/>
            <a:ext cx="11338560" cy="0"/>
          </a:xfrm>
          <a:prstGeom prst="line">
            <a:avLst/>
          </a:prstGeom>
          <a:noFill/>
          <a:ln w="28575">
            <a:solidFill>
              <a:srgbClr val="DBCDA3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426720" y="1188721"/>
            <a:ext cx="11338560" cy="4986801"/>
          </a:xfrm>
        </p:spPr>
        <p:txBody>
          <a:bodyPr/>
          <a:lstStyle>
            <a:lvl2pPr>
              <a:buSzPct val="100000"/>
              <a:defRPr/>
            </a:lvl2pPr>
            <a:lvl3pPr marL="685800" indent="-228600">
              <a:buSzPct val="100000"/>
              <a:defRPr/>
            </a:lvl3pPr>
            <a:lvl4pPr marL="685800" indent="0">
              <a:buSzPct val="10000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6EA941-3153-4BEC-91E1-C253E1A9E112}"/>
              </a:ext>
            </a:extLst>
          </p:cNvPr>
          <p:cNvSpPr txBox="1">
            <a:spLocks/>
          </p:cNvSpPr>
          <p:nvPr userDrawn="1"/>
        </p:nvSpPr>
        <p:spPr>
          <a:xfrm>
            <a:off x="11519337" y="155448"/>
            <a:ext cx="568367" cy="274320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C06B-7969-479A-854B-651176F39A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8064655-CA29-4AAE-B70C-F2735092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6720" y="6230388"/>
            <a:ext cx="11338560" cy="365125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5C51CB0-F570-462F-B2F9-2F3FC829B957}"/>
              </a:ext>
            </a:extLst>
          </p:cNvPr>
          <p:cNvSpPr txBox="1">
            <a:spLocks/>
          </p:cNvSpPr>
          <p:nvPr userDrawn="1"/>
        </p:nvSpPr>
        <p:spPr>
          <a:xfrm>
            <a:off x="4150720" y="652471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5547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3" imgH="416" progId="TCLayout.ActiveDocument.1">
                  <p:embed/>
                </p:oleObj>
              </mc:Choice>
              <mc:Fallback>
                <p:oleObj name="think-cell Slide" r:id="rId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Source: …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7F3F571-51EF-4F44-0AC8-1FAE3154C6D3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623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3032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4048" y="4980756"/>
            <a:ext cx="114208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kumimoji="0" lang="en-US" sz="2000" b="0" i="0" u="none" strike="noStrike" cap="none" spc="0" normalizeH="0" baseline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cs typeface="+mn-cs"/>
              </a:defRPr>
            </a:lvl1pPr>
          </a:lstStyle>
          <a:p>
            <a:pPr marR="0" lvl="0" defTabSz="6858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2711195"/>
            <a:ext cx="11420856" cy="6093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kumimoji="0" lang="en-US" sz="4400" i="0" u="none" strike="noStrike" cap="none" normalizeH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0" marR="0" lvl="0" indent="0" defTabSz="685800" fontAlgn="auto">
              <a:lnSpc>
                <a:spcPct val="9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F0184-ECB8-E567-18D1-18A7529CA6D1}"/>
              </a:ext>
            </a:extLst>
          </p:cNvPr>
          <p:cNvPicPr>
            <a:picLocks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AD9AAC-CE4A-6459-4CDD-63A45392768C}"/>
              </a:ext>
            </a:extLst>
          </p:cNvPr>
          <p:cNvSpPr txBox="1"/>
          <p:nvPr userDrawn="1"/>
        </p:nvSpPr>
        <p:spPr>
          <a:xfrm>
            <a:off x="390981" y="6386285"/>
            <a:ext cx="186508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</a:rPr>
              <a:t>CONFIDENTIAL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F57E0A3-B8F1-434E-5D86-6C16788C5AC0}"/>
              </a:ext>
            </a:extLst>
          </p:cNvPr>
          <p:cNvSpPr txBox="1">
            <a:spLocks/>
          </p:cNvSpPr>
          <p:nvPr userDrawn="1"/>
        </p:nvSpPr>
        <p:spPr>
          <a:xfrm>
            <a:off x="381000" y="0"/>
            <a:ext cx="1371600" cy="1371600"/>
          </a:xfrm>
          <a:prstGeom prst="rect">
            <a:avLst/>
          </a:prstGeom>
          <a:solidFill>
            <a:srgbClr val="BA0C2F"/>
          </a:solidFill>
        </p:spPr>
        <p:txBody>
          <a:bodyPr vert="horz" lIns="91440" tIns="0" rIns="0" bIns="13716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471448" y="1082457"/>
            <a:ext cx="1133554" cy="1538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 lang="en-US" sz="10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CA"/>
              <a:t>Edit date or title/role</a:t>
            </a:r>
          </a:p>
        </p:txBody>
      </p:sp>
    </p:spTree>
    <p:extLst>
      <p:ext uri="{BB962C8B-B14F-4D97-AF65-F5344CB8AC3E}">
        <p14:creationId xmlns:p14="http://schemas.microsoft.com/office/powerpoint/2010/main" val="2623178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0049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4048" y="1115190"/>
            <a:ext cx="1142085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7F3F571-51EF-4F44-0AC8-1FAE3154C6D3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94850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140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384048" y="1590395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CA" sz="800" b="1" cap="all" baseline="0"/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3"/>
            </p:custDataLst>
          </p:nvPr>
        </p:nvSpPr>
        <p:spPr bwMode="gray">
          <a:xfrm>
            <a:off x="384048" y="1323370"/>
            <a:ext cx="11420856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 bwMode="gray">
          <a:xfrm>
            <a:off x="384048" y="474575"/>
            <a:ext cx="11420856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/>
            </a:lvl1pPr>
          </a:lstStyle>
          <a:p>
            <a:r>
              <a:rPr lang="en-CA"/>
              <a:t>Click to edit Master title style</a:t>
            </a:r>
            <a:br>
              <a:rPr lang="en-CA"/>
            </a:br>
            <a:endParaRPr lang="en-CA"/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07FBFE66-0229-81D3-DEA7-A5D6BC24A4F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0B08A77-C8F9-D70A-A072-D3ED836CF0AD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6463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7251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EB71C6E1-DE5D-7A0F-63A1-33C47957C43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869EB9E-E8D7-915A-FAA4-6FB69BAE7D16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81998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9350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F1A3042-0217-F9CF-F5A5-A65BDF92251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6C1B020-44DE-6693-0D74-237F8F4102C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150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2342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F0955D6-D05B-7664-303A-D5A9940E27F5}"/>
              </a:ext>
            </a:extLst>
          </p:cNvPr>
          <p:cNvSpPr>
            <a:spLocks/>
          </p:cNvSpPr>
          <p:nvPr userDrawn="1"/>
        </p:nvSpPr>
        <p:spPr>
          <a:xfrm>
            <a:off x="-6628" y="-1"/>
            <a:ext cx="12198627" cy="6210301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2711194"/>
            <a:ext cx="11426952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16D4646D-BA34-98E0-F9F9-093863FFBBE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1079BF3-6963-A282-86D6-96139A51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 rtl="0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D06A922-CECD-E279-7930-6D1DFBF959F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86178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233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CA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Click to add quote source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FDEF8BC5-6191-1F35-7C7B-6D5416C172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A8991E8-2D24-AAF4-9655-7C15CED50A2B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62086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6546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1000" y="3659644"/>
            <a:ext cx="2688336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1000" y="41597"/>
            <a:ext cx="268833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81000" y="2744369"/>
            <a:ext cx="268833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03FDD6-0839-DB06-FE77-FA0CD3809260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994489-C8A4-5CBD-D014-867AC0650C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01C9D920-E27C-991F-5BF9-F69F2FEB620E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9752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4388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0999" y="3659644"/>
            <a:ext cx="36393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1000" y="2744369"/>
            <a:ext cx="363931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E06247-B4E4-3760-6D3A-246B7082D3B9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EEA478D6-0038-FCEC-114C-9815DC7B99A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7A4F8-6242-C226-F584-9D2FFC9BC9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903A619D-61BB-3412-4045-F5E27F0D5E1D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85670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16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5236463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5236463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5DC02E-B329-EB93-B8A7-27601F26D8CE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E713FEFC-2BDB-122E-D26F-A4B8B64B7F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18379-956A-0326-E041-CFC8B000C209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EA76B8C4-DFB3-C0B8-ABA8-9D0E25A7AE5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4436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3590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474575"/>
            <a:ext cx="7138416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713841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5062B-A2D4-0FFA-26FA-D9C7D16114F7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75EDA958-CF08-C5B5-A0A7-F79FB7FF36A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D55CD-7793-96C5-0580-9246A9AA87F0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7709F06F-F39B-DBB5-035E-B5050056377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58478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141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8092440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809244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F5CE6D-12A9-9F4B-3F38-D49889F785C4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902F8C6-7197-256D-AF28-E116E8A9088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63795-6D85-2C78-1870-D6ED3F56AB87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4941C7D-7712-A57F-3467-7208697E35C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25616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5093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2F33DBBD-D018-E13A-1BB4-24E6363740ED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8781416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8092440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809244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F5CE6D-12A9-9F4B-3F38-D49889F785C4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902F8C6-7197-256D-AF28-E116E8A9088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63795-6D85-2C78-1870-D6ED3F56AB87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E0C43123-19A3-8B65-9B81-0473D548C30E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76768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4750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C82B4365-42A1-0C83-A7D6-A5881F3F646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7830312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7138416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713841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5062B-A2D4-0FFA-26FA-D9C7D16114F7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75EDA958-CF08-C5B5-A0A7-F79FB7FF36A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D55CD-7793-96C5-0580-9246A9AA87F0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253AFE7D-2F46-BC91-11DC-37C515A1D18F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999648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16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5236463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5236463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5DC02E-B329-EB93-B8A7-27601F26D8CE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E713FEFC-2BDB-122E-D26F-A4B8B64B7F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18379-956A-0326-E041-CFC8B000C209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AA632E3D-E3B6-5296-664F-9B5620B4DDD1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316199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3553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8CF36762-9C23-6452-C20C-1DC4C5CE329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4364736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0999" y="3659644"/>
            <a:ext cx="36393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1000" y="2744369"/>
            <a:ext cx="363931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E06247-B4E4-3760-6D3A-246B7082D3B9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EEA478D6-0038-FCEC-114C-9815DC7B99A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7A4F8-6242-C226-F584-9D2FFC9BC9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2" name="Slide Number">
            <a:extLst>
              <a:ext uri="{FF2B5EF4-FFF2-40B4-BE49-F238E27FC236}">
                <a16:creationId xmlns:a16="http://schemas.microsoft.com/office/drawing/2014/main" id="{2984F8DB-A255-1CC2-D6FF-60E0EB2C9F37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74600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101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8C3601F5-5F44-52AC-F768-AA5D6FC20CD0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3413760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1000" y="3659644"/>
            <a:ext cx="2688336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1000" y="41597"/>
            <a:ext cx="268833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81000" y="2744369"/>
            <a:ext cx="268833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03FDD6-0839-DB06-FE77-FA0CD3809260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994489-C8A4-5CBD-D014-867AC0650C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F606D18-7C17-279C-E859-6955303D02BF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183577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1793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666935"/>
            <a:ext cx="11420856" cy="384721"/>
          </a:xfrm>
        </p:spPr>
        <p:txBody>
          <a:bodyPr vert="horz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384048" y="149705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CA" sz="800" b="1" cap="all" baseline="0"/>
              <a:t>STICKER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15DEFA-E174-36C7-A79A-4D8CDA98F8F5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2217D473-9605-5466-92BB-EC2EAB18D79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CA7084-3635-AC2B-A202-189AD36903BF}"/>
              </a:ext>
            </a:extLst>
          </p:cNvPr>
          <p:cNvPicPr>
            <a:picLocks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CA823A-DDBF-6B2A-B2C2-90847A3911BE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1099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">
            <a:extLst>
              <a:ext uri="{FF2B5EF4-FFF2-40B4-BE49-F238E27FC236}">
                <a16:creationId xmlns:a16="http://schemas.microsoft.com/office/drawing/2014/main" id="{80ED6C01-14DF-B809-6CDD-8AADF741EDD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F71626-6519-CC8A-030C-BDBA8219FDC7}"/>
              </a:ext>
            </a:extLst>
          </p:cNvPr>
          <p:cNvCxnSpPr>
            <a:cxnSpLocks/>
          </p:cNvCxnSpPr>
          <p:nvPr userDrawn="1"/>
        </p:nvCxnSpPr>
        <p:spPr>
          <a:xfrm>
            <a:off x="384048" y="1471012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597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5366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438ED75-4ED6-626D-0A85-643507C0AB88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0400E1-CF9C-5CB0-A8CB-B5A5F5113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 rtl="0">
              <a:tabLst>
                <a:tab pos="1338263" algn="r"/>
              </a:tabLst>
              <a:defRPr sz="900">
                <a:solidFill>
                  <a:schemeClr val="tx1"/>
                </a:solidFill>
              </a:defRPr>
            </a:lvl1pPr>
          </a:lstStyle>
          <a:p>
            <a:pPr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</a:rPr>
              <a:pPr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620CB9B9-4617-C642-819E-6EBB8BF7D77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08DD5-9CE5-9BBB-6D37-DC8022108524}"/>
              </a:ext>
            </a:extLst>
          </p:cNvPr>
          <p:cNvPicPr>
            <a:picLocks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04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4814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3D52D-FC6C-C10E-68DA-02C9EC9BFB9C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964515" y="3003214"/>
            <a:ext cx="2262971" cy="8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00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799490EA-2102-4C89-863D-10A7A47B8107}" type="datetime1">
              <a:rPr lang="en-US" smtClean="0"/>
              <a:t>5/28/2026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412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1FF3DF2-E35D-4C4D-80DF-954FD10E999E}" type="datetime1">
              <a:rPr lang="en-US" smtClean="0"/>
              <a:t>5/28/2026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05922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AC830EDD-E25E-4688-8B29-7C93A56EF674}" type="datetime1">
              <a:rPr lang="en-US" smtClean="0"/>
              <a:t>5/28/2026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0190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1DFF5FEA-9A85-43E6-8C59-BAAE89ED3061}" type="datetime1">
              <a:rPr lang="en-US" smtClean="0"/>
              <a:t>5/28/2026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11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DFC179E5-4269-44D4-A984-C57F7029D15D}" type="datetime1">
              <a:rPr lang="en-US" smtClean="0"/>
              <a:t>5/28/2026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0082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90CB781-62E8-C740-9FC2-AF70714CA6F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99AEB2EC-B98E-4DA9-999E-94A62D6D17F4}" type="datetime1">
              <a:rPr lang="en-US" smtClean="0"/>
              <a:t>5/28/2026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00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816">
          <p15:clr>
            <a:srgbClr val="FBAE40"/>
          </p15:clr>
        </p15:guide>
        <p15:guide id="4" orient="horz" pos="3936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3744">
          <p15:clr>
            <a:srgbClr val="FBAE40"/>
          </p15:clr>
        </p15:guide>
        <p15:guide id="7" pos="393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5E41CEC-9B27-A749-A91A-F3876DEE64F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142621F5-A24C-4F03-A48E-31E768572852}" type="datetime1">
              <a:rPr lang="en-US" smtClean="0"/>
              <a:t>5/28/2026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85184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99D70A-FB1B-FA4E-8933-89A0D75272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B01D7BC3-961C-46B9-A6DE-2A4B9BFDFACA}" type="datetime1">
              <a:rPr lang="en-US" smtClean="0"/>
              <a:t>5/28/2026</a:t>
            </a:fld>
            <a:endParaRPr lang="en-CA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448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576">
          <p15:clr>
            <a:srgbClr val="FBAE40"/>
          </p15:clr>
        </p15:guide>
        <p15:guide id="4" orient="horz" pos="8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61674021-7670-40BD-A0D8-5DBD86FDADC1}" type="datetime1">
              <a:rPr lang="en-US" smtClean="0"/>
              <a:t>5/28/2026</a:t>
            </a:fld>
            <a:endParaRPr lang="en-CA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882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E6DF-B3B9-7E40-B9F1-4880D25F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4"/>
            <a:ext cx="11420856" cy="1327406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C59257A0-6B83-4D3D-A541-6CB290CD7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CF944FD7-3ED2-438A-8383-15783F3719A1}" type="datetime1">
              <a:rPr lang="en-US" smtClean="0"/>
              <a:t>5/28/2026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3D39E-AEBB-3045-BEFE-A5D4AC3AA1A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E5C5F2E2-F73E-ED44-995B-929141C21D26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4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375-B998-DB2E-0658-3A60F61D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9413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19E497-760E-2343-8AB4-5FC0741705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1" y="1638795"/>
            <a:ext cx="7315200" cy="4228606"/>
          </a:xfrm>
        </p:spPr>
        <p:txBody>
          <a:bodyPr>
            <a:normAutofit/>
          </a:bodyPr>
          <a:lstStyle>
            <a:lvl1pPr marL="228596" marR="0" indent="-228596" algn="l" defTabSz="685787" rtl="0" eaLnBrk="1" fontAlgn="auto" latinLnBrk="0" hangingPunct="1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1" baseline="0"/>
            </a:lvl1pPr>
            <a:lvl2pPr marL="457193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600"/>
            </a:lvl2pPr>
            <a:lvl3pPr marL="685787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914384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402"/>
            </a:lvl4pPr>
            <a:lvl5pPr marL="1142980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2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8E8A9-AB08-7B48-9A0F-E8359118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4841" y="6392640"/>
            <a:ext cx="188685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457E63-6189-B349-88A8-D285627B5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469" y="6392640"/>
            <a:ext cx="695355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5A9E83-A26F-CB4A-BA70-D976E7A6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6320" y="1"/>
            <a:ext cx="48768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>
              <a:tabLst>
                <a:tab pos="1338239" algn="r"/>
              </a:tabLst>
              <a:defRPr sz="901">
                <a:solidFill>
                  <a:schemeClr val="tx1"/>
                </a:solidFill>
              </a:defRPr>
            </a:lvl1pPr>
          </a:lstStyle>
          <a:p>
            <a:pPr>
              <a:tabLst>
                <a:tab pos="1236642" algn="r"/>
              </a:tabLst>
            </a:pPr>
            <a:fld id="{6007601C-0F56-1D44-9B09-FD7525EEC724}" type="slidenum">
              <a:rPr lang="fr-CA" smtClean="0"/>
              <a:pPr>
                <a:tabLst>
                  <a:tab pos="1236642" algn="r"/>
                </a:tabLst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454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7">
          <p15:clr>
            <a:srgbClr val="FBAE40"/>
          </p15:clr>
        </p15:guide>
        <p15:guide id="2" orient="horz" pos="895">
          <p15:clr>
            <a:srgbClr val="FBAE40"/>
          </p15:clr>
        </p15:guide>
        <p15:guide id="3" orient="horz" pos="5243">
          <p15:clr>
            <a:srgbClr val="FBAE40"/>
          </p15:clr>
        </p15:guide>
        <p15:guide id="4" orient="horz" pos="5051">
          <p15:clr>
            <a:srgbClr val="FBAE40"/>
          </p15:clr>
        </p15:guide>
        <p15:guide id="5" orient="horz" pos="76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19E497-760E-2343-8AB4-5FC0741705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1" y="1638795"/>
            <a:ext cx="7315200" cy="4228606"/>
          </a:xfrm>
        </p:spPr>
        <p:txBody>
          <a:bodyPr>
            <a:normAutofit/>
          </a:bodyPr>
          <a:lstStyle>
            <a:lvl1pPr marL="228596" marR="0" indent="-228596" algn="l" defTabSz="685787" rtl="0" eaLnBrk="1" fontAlgn="auto" latinLnBrk="0" hangingPunct="1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1" baseline="0"/>
            </a:lvl1pPr>
            <a:lvl2pPr marL="457193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600"/>
            </a:lvl2pPr>
            <a:lvl3pPr marL="685787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914384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402"/>
            </a:lvl4pPr>
            <a:lvl5pPr marL="1142980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2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8E8A9-AB08-7B48-9A0F-E8359118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4841" y="6392640"/>
            <a:ext cx="188685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457E63-6189-B349-88A8-D285627B5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469" y="6392640"/>
            <a:ext cx="695355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5A9E83-A26F-CB4A-BA70-D976E7A6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6320" y="1"/>
            <a:ext cx="48768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>
              <a:tabLst>
                <a:tab pos="1338239" algn="r"/>
              </a:tabLst>
              <a:defRPr sz="901">
                <a:solidFill>
                  <a:schemeClr val="tx1"/>
                </a:solidFill>
              </a:defRPr>
            </a:lvl1pPr>
          </a:lstStyle>
          <a:p>
            <a:pPr>
              <a:tabLst>
                <a:tab pos="1236642" algn="r"/>
              </a:tabLst>
            </a:pPr>
            <a:fld id="{6007601C-0F56-1D44-9B09-FD7525EEC724}" type="slidenum">
              <a:rPr lang="fr-CA" smtClean="0"/>
              <a:pPr>
                <a:tabLst>
                  <a:tab pos="1236642" algn="r"/>
                </a:tabLst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407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7">
          <p15:clr>
            <a:srgbClr val="FBAE40"/>
          </p15:clr>
        </p15:guide>
        <p15:guide id="2" orient="horz" pos="895">
          <p15:clr>
            <a:srgbClr val="FBAE40"/>
          </p15:clr>
        </p15:guide>
        <p15:guide id="3" orient="horz" pos="5243">
          <p15:clr>
            <a:srgbClr val="FBAE40"/>
          </p15:clr>
        </p15:guide>
        <p15:guide id="4" orient="horz" pos="5051">
          <p15:clr>
            <a:srgbClr val="FBAE40"/>
          </p15:clr>
        </p15:guide>
        <p15:guide id="5" orient="horz" pos="76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3" imgH="416" progId="TCLayout.ActiveDocument.1">
                  <p:embed/>
                </p:oleObj>
              </mc:Choice>
              <mc:Fallback>
                <p:oleObj name="think-cell Slide" r:id="rId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84048" y="1115190"/>
            <a:ext cx="1142085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13424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DBF8F42-D06F-45B9-B73A-766CE9B194F1}" type="datetime4">
              <a:rPr lang="en-US" smtClean="0"/>
              <a:t>May 28, 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620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CF9511F-66B6-4162-A656-B18DA862C9E7}" type="datetime4">
              <a:rPr lang="en-US" smtClean="0"/>
              <a:t>May 28, 2026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05373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70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2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674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615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816">
          <p15:clr>
            <a:srgbClr val="FBAE40"/>
          </p15:clr>
        </p15:guide>
        <p15:guide id="4" orient="horz" pos="3936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3744">
          <p15:clr>
            <a:srgbClr val="FBAE40"/>
          </p15:clr>
        </p15:guide>
        <p15:guide id="7" pos="393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2250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240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576">
          <p15:clr>
            <a:srgbClr val="FBAE40"/>
          </p15:clr>
        </p15:guide>
        <p15:guide id="4" orient="horz" pos="81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48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3.emf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ags" Target="../tags/tag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ags" Target="../tags/tag14.xml"/><Relationship Id="rId39" Type="http://schemas.openxmlformats.org/officeDocument/2006/relationships/tags" Target="../tags/tag27.xml"/><Relationship Id="rId21" Type="http://schemas.openxmlformats.org/officeDocument/2006/relationships/theme" Target="../theme/theme3.xml"/><Relationship Id="rId34" Type="http://schemas.openxmlformats.org/officeDocument/2006/relationships/tags" Target="../tags/tag22.xml"/><Relationship Id="rId42" Type="http://schemas.openxmlformats.org/officeDocument/2006/relationships/oleObject" Target="../embeddings/oleObject5.bin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tags" Target="../tags/tag17.xml"/><Relationship Id="rId41" Type="http://schemas.openxmlformats.org/officeDocument/2006/relationships/tags" Target="../tags/tag29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.xml"/><Relationship Id="rId32" Type="http://schemas.openxmlformats.org/officeDocument/2006/relationships/tags" Target="../tags/tag20.xml"/><Relationship Id="rId37" Type="http://schemas.openxmlformats.org/officeDocument/2006/relationships/tags" Target="../tags/tag25.xml"/><Relationship Id="rId40" Type="http://schemas.openxmlformats.org/officeDocument/2006/relationships/tags" Target="../tags/tag2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1.xml"/><Relationship Id="rId28" Type="http://schemas.openxmlformats.org/officeDocument/2006/relationships/tags" Target="../tags/tag16.xml"/><Relationship Id="rId36" Type="http://schemas.openxmlformats.org/officeDocument/2006/relationships/tags" Target="../tags/tag24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tags" Target="../tags/tag19.xml"/><Relationship Id="rId44" Type="http://schemas.openxmlformats.org/officeDocument/2006/relationships/image" Target="../media/image3.emf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0.xml"/><Relationship Id="rId27" Type="http://schemas.openxmlformats.org/officeDocument/2006/relationships/tags" Target="../tags/tag15.xml"/><Relationship Id="rId30" Type="http://schemas.openxmlformats.org/officeDocument/2006/relationships/tags" Target="../tags/tag18.xml"/><Relationship Id="rId35" Type="http://schemas.openxmlformats.org/officeDocument/2006/relationships/tags" Target="../tags/tag23.xml"/><Relationship Id="rId43" Type="http://schemas.openxmlformats.org/officeDocument/2006/relationships/image" Target="../media/image4.emf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3.xml"/><Relationship Id="rId33" Type="http://schemas.openxmlformats.org/officeDocument/2006/relationships/tags" Target="../tags/tag21.xml"/><Relationship Id="rId38" Type="http://schemas.openxmlformats.org/officeDocument/2006/relationships/tags" Target="../tags/tag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36.xml"/><Relationship Id="rId16" Type="http://schemas.openxmlformats.org/officeDocument/2006/relationships/tags" Target="../tags/tag148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emf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oleObject" Target="../embeddings/oleObject23.bin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ags" Target="../tags/tag153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ags" Target="../tags/tag152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3.emf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A7638E-A83A-4BAD-8DA4-A8AEDDEE13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A7638E-A83A-4BAD-8DA4-A8AEDDEE1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EF8F37F-E738-4C14-B7B6-CAB9C13BEEEC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696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0543D-5895-4F15-9AD6-423DC79B212B}"/>
              </a:ext>
            </a:extLst>
          </p:cNvPr>
          <p:cNvSpPr txBox="1"/>
          <p:nvPr userDrawn="1"/>
        </p:nvSpPr>
        <p:spPr>
          <a:xfrm>
            <a:off x="9836099" y="6565113"/>
            <a:ext cx="39573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t>Page </a:t>
            </a:r>
            <a:fld id="{9AE4D82F-B047-469B-AC52-A46321747EAF}" type="slidenum"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pPr marL="0" marR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>
              <a:solidFill>
                <a:schemeClr val="bg1"/>
              </a:solidFill>
              <a:latin typeface="+mn-lt"/>
              <a:sym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FF8F2A-9422-420C-B50E-588E96C8CB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24714" y="6359353"/>
            <a:ext cx="955115" cy="308551"/>
            <a:chOff x="2703513" y="2332038"/>
            <a:chExt cx="6784975" cy="2190751"/>
          </a:xfrm>
        </p:grpSpPr>
        <p:sp>
          <p:nvSpPr>
            <p:cNvPr id="20" name="Freeform 115">
              <a:extLst>
                <a:ext uri="{FF2B5EF4-FFF2-40B4-BE49-F238E27FC236}">
                  <a16:creationId xmlns:a16="http://schemas.microsoft.com/office/drawing/2014/main" id="{5C20A05E-7CB6-4514-8190-653E999CC8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29176" y="3757613"/>
              <a:ext cx="554038" cy="7540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 116">
              <a:extLst>
                <a:ext uri="{FF2B5EF4-FFF2-40B4-BE49-F238E27FC236}">
                  <a16:creationId xmlns:a16="http://schemas.microsoft.com/office/drawing/2014/main" id="{2906F4E8-7C8C-492D-AE92-6123472DE4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21313" y="3933826"/>
              <a:ext cx="457200" cy="5889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 117">
              <a:extLst>
                <a:ext uri="{FF2B5EF4-FFF2-40B4-BE49-F238E27FC236}">
                  <a16:creationId xmlns:a16="http://schemas.microsoft.com/office/drawing/2014/main" id="{175B30B7-5A53-4168-BFBE-6E4E12C175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6463" y="3933826"/>
              <a:ext cx="333375" cy="57785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 118">
              <a:extLst>
                <a:ext uri="{FF2B5EF4-FFF2-40B4-BE49-F238E27FC236}">
                  <a16:creationId xmlns:a16="http://schemas.microsoft.com/office/drawing/2014/main" id="{135215D0-9FE7-4759-B4E4-4F1CF36CDC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88101" y="3727451"/>
              <a:ext cx="325438" cy="795338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 119">
              <a:extLst>
                <a:ext uri="{FF2B5EF4-FFF2-40B4-BE49-F238E27FC236}">
                  <a16:creationId xmlns:a16="http://schemas.microsoft.com/office/drawing/2014/main" id="{3901A9A3-4170-4947-A531-DCC49C48A6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18313" y="3727451"/>
              <a:ext cx="452438" cy="784225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 120">
              <a:extLst>
                <a:ext uri="{FF2B5EF4-FFF2-40B4-BE49-F238E27FC236}">
                  <a16:creationId xmlns:a16="http://schemas.microsoft.com/office/drawing/2014/main" id="{392675B7-2FAB-4097-BCB9-AE9398EE66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50126" y="3933826"/>
              <a:ext cx="485775" cy="5889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 121">
              <a:extLst>
                <a:ext uri="{FF2B5EF4-FFF2-40B4-BE49-F238E27FC236}">
                  <a16:creationId xmlns:a16="http://schemas.microsoft.com/office/drawing/2014/main" id="{12E2F172-F143-4692-B4D7-15077F32B9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8451" y="3933826"/>
              <a:ext cx="449263" cy="57785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 122">
              <a:extLst>
                <a:ext uri="{FF2B5EF4-FFF2-40B4-BE49-F238E27FC236}">
                  <a16:creationId xmlns:a16="http://schemas.microsoft.com/office/drawing/2014/main" id="{9C1166C9-6345-4EA6-96F2-A65CC2476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0263" y="3933826"/>
              <a:ext cx="501650" cy="5889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 123">
              <a:extLst>
                <a:ext uri="{FF2B5EF4-FFF2-40B4-BE49-F238E27FC236}">
                  <a16:creationId xmlns:a16="http://schemas.microsoft.com/office/drawing/2014/main" id="{F6D0CFF4-3F25-4B8F-ADCB-12637DACA3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34463" y="3933826"/>
              <a:ext cx="454025" cy="57785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 124">
              <a:extLst>
                <a:ext uri="{FF2B5EF4-FFF2-40B4-BE49-F238E27FC236}">
                  <a16:creationId xmlns:a16="http://schemas.microsoft.com/office/drawing/2014/main" id="{9932F642-1E35-48EC-B6C4-B38B0CA08E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03513" y="2332038"/>
              <a:ext cx="2125663" cy="776288"/>
            </a:xfrm>
            <a:custGeom>
              <a:avLst/>
              <a:gdLst>
                <a:gd name="T0" fmla="*/ 1339 w 1339"/>
                <a:gd name="T1" fmla="*/ 0 h 489"/>
                <a:gd name="T2" fmla="*/ 0 w 1339"/>
                <a:gd name="T3" fmla="*/ 489 h 489"/>
                <a:gd name="T4" fmla="*/ 1339 w 1339"/>
                <a:gd name="T5" fmla="*/ 253 h 489"/>
                <a:gd name="T6" fmla="*/ 1339 w 1339"/>
                <a:gd name="T7" fmla="*/ 0 h 489"/>
                <a:gd name="T8" fmla="*/ 1339 w 1339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489">
                  <a:moveTo>
                    <a:pt x="1339" y="0"/>
                  </a:moveTo>
                  <a:lnTo>
                    <a:pt x="0" y="489"/>
                  </a:lnTo>
                  <a:lnTo>
                    <a:pt x="1339" y="253"/>
                  </a:lnTo>
                  <a:lnTo>
                    <a:pt x="1339" y="0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 125">
              <a:extLst>
                <a:ext uri="{FF2B5EF4-FFF2-40B4-BE49-F238E27FC236}">
                  <a16:creationId xmlns:a16="http://schemas.microsoft.com/office/drawing/2014/main" id="{D5D95FF1-6143-4F5E-A9CE-4E0A960335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20976" y="3430588"/>
              <a:ext cx="1787525" cy="1081088"/>
            </a:xfrm>
            <a:custGeom>
              <a:avLst/>
              <a:gdLst>
                <a:gd name="T0" fmla="*/ 904 w 1126"/>
                <a:gd name="T1" fmla="*/ 0 h 681"/>
                <a:gd name="T2" fmla="*/ 788 w 1126"/>
                <a:gd name="T3" fmla="*/ 222 h 681"/>
                <a:gd name="T4" fmla="*/ 673 w 1126"/>
                <a:gd name="T5" fmla="*/ 0 h 681"/>
                <a:gd name="T6" fmla="*/ 449 w 1126"/>
                <a:gd name="T7" fmla="*/ 0 h 681"/>
                <a:gd name="T8" fmla="*/ 687 w 1126"/>
                <a:gd name="T9" fmla="*/ 411 h 681"/>
                <a:gd name="T10" fmla="*/ 687 w 1126"/>
                <a:gd name="T11" fmla="*/ 681 h 681"/>
                <a:gd name="T12" fmla="*/ 887 w 1126"/>
                <a:gd name="T13" fmla="*/ 681 h 681"/>
                <a:gd name="T14" fmla="*/ 887 w 1126"/>
                <a:gd name="T15" fmla="*/ 411 h 681"/>
                <a:gd name="T16" fmla="*/ 1126 w 1126"/>
                <a:gd name="T17" fmla="*/ 0 h 681"/>
                <a:gd name="T18" fmla="*/ 904 w 1126"/>
                <a:gd name="T19" fmla="*/ 0 h 681"/>
                <a:gd name="T20" fmla="*/ 0 w 1126"/>
                <a:gd name="T21" fmla="*/ 0 h 681"/>
                <a:gd name="T22" fmla="*/ 0 w 1126"/>
                <a:gd name="T23" fmla="*/ 681 h 681"/>
                <a:gd name="T24" fmla="*/ 543 w 1126"/>
                <a:gd name="T25" fmla="*/ 681 h 681"/>
                <a:gd name="T26" fmla="*/ 543 w 1126"/>
                <a:gd name="T27" fmla="*/ 525 h 681"/>
                <a:gd name="T28" fmla="*/ 203 w 1126"/>
                <a:gd name="T29" fmla="*/ 525 h 681"/>
                <a:gd name="T30" fmla="*/ 203 w 1126"/>
                <a:gd name="T31" fmla="*/ 411 h 681"/>
                <a:gd name="T32" fmla="*/ 449 w 1126"/>
                <a:gd name="T33" fmla="*/ 411 h 681"/>
                <a:gd name="T34" fmla="*/ 449 w 1126"/>
                <a:gd name="T35" fmla="*/ 269 h 681"/>
                <a:gd name="T36" fmla="*/ 203 w 1126"/>
                <a:gd name="T37" fmla="*/ 269 h 681"/>
                <a:gd name="T38" fmla="*/ 203 w 1126"/>
                <a:gd name="T39" fmla="*/ 156 h 681"/>
                <a:gd name="T40" fmla="*/ 475 w 1126"/>
                <a:gd name="T41" fmla="*/ 156 h 681"/>
                <a:gd name="T42" fmla="*/ 385 w 1126"/>
                <a:gd name="T43" fmla="*/ 0 h 681"/>
                <a:gd name="T44" fmla="*/ 0 w 1126"/>
                <a:gd name="T4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6" h="681">
                  <a:moveTo>
                    <a:pt x="904" y="0"/>
                  </a:moveTo>
                  <a:lnTo>
                    <a:pt x="788" y="222"/>
                  </a:lnTo>
                  <a:lnTo>
                    <a:pt x="673" y="0"/>
                  </a:lnTo>
                  <a:lnTo>
                    <a:pt x="449" y="0"/>
                  </a:lnTo>
                  <a:lnTo>
                    <a:pt x="687" y="411"/>
                  </a:lnTo>
                  <a:lnTo>
                    <a:pt x="687" y="681"/>
                  </a:lnTo>
                  <a:lnTo>
                    <a:pt x="887" y="681"/>
                  </a:lnTo>
                  <a:lnTo>
                    <a:pt x="887" y="411"/>
                  </a:lnTo>
                  <a:lnTo>
                    <a:pt x="1126" y="0"/>
                  </a:lnTo>
                  <a:lnTo>
                    <a:pt x="904" y="0"/>
                  </a:lnTo>
                  <a:close/>
                  <a:moveTo>
                    <a:pt x="0" y="0"/>
                  </a:moveTo>
                  <a:lnTo>
                    <a:pt x="0" y="681"/>
                  </a:lnTo>
                  <a:lnTo>
                    <a:pt x="543" y="681"/>
                  </a:lnTo>
                  <a:lnTo>
                    <a:pt x="543" y="525"/>
                  </a:lnTo>
                  <a:lnTo>
                    <a:pt x="203" y="525"/>
                  </a:lnTo>
                  <a:lnTo>
                    <a:pt x="203" y="411"/>
                  </a:lnTo>
                  <a:lnTo>
                    <a:pt x="449" y="411"/>
                  </a:lnTo>
                  <a:lnTo>
                    <a:pt x="449" y="269"/>
                  </a:lnTo>
                  <a:lnTo>
                    <a:pt x="203" y="269"/>
                  </a:lnTo>
                  <a:lnTo>
                    <a:pt x="203" y="156"/>
                  </a:lnTo>
                  <a:lnTo>
                    <a:pt x="475" y="156"/>
                  </a:lnTo>
                  <a:lnTo>
                    <a:pt x="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27149"/>
            <a:ext cx="10972800" cy="9811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OuterGrid" hidden="1">
            <a:extLst>
              <a:ext uri="{FF2B5EF4-FFF2-40B4-BE49-F238E27FC236}">
                <a16:creationId xmlns:a16="http://schemas.microsoft.com/office/drawing/2014/main" id="{497C0834-4F27-4726-9D1B-7289BEDDACB5}"/>
              </a:ext>
            </a:extLst>
          </p:cNvPr>
          <p:cNvSpPr/>
          <p:nvPr userDrawn="1"/>
        </p:nvSpPr>
        <p:spPr>
          <a:xfrm>
            <a:off x="609918" y="1327149"/>
            <a:ext cx="10980000" cy="4797425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0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2199" b="0" kern="1200">
          <a:solidFill>
            <a:schemeClr val="bg1"/>
          </a:solidFill>
          <a:latin typeface="+mn-lt"/>
          <a:ea typeface="+mj-ea"/>
          <a:cs typeface="Arial" pitchFamily="34" charset="0"/>
          <a:sym typeface="Arial" panose="020B0604020202020204" pitchFamily="34" charset="0"/>
        </a:defRPr>
      </a:lvl1pPr>
    </p:titleStyle>
    <p:bodyStyle>
      <a:lvl1pPr marL="171364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1pPr>
      <a:lvl2pPr marL="342729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2pPr>
      <a:lvl3pPr marL="514093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3pPr>
      <a:lvl4pPr marL="685457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4pPr>
      <a:lvl5pPr marL="856821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294" userDrawn="1">
          <p15:clr>
            <a:srgbClr val="F26B43"/>
          </p15:clr>
        </p15:guide>
        <p15:guide id="3" orient="horz" pos="711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A504A55-94A1-4BE0-8451-269B82009E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92" imgH="591" progId="TCLayout.ActiveDocument.1">
                  <p:embed/>
                </p:oleObj>
              </mc:Choice>
              <mc:Fallback>
                <p:oleObj name="think-cell Slide" r:id="rId16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A504A55-94A1-4BE0-8451-269B82009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endParaRPr lang="en-CA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947FEE-BC42-AB41-9311-D8AAD7B0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 lIns="0" tIns="0" rIns="0"/>
          <a:lstStyle>
            <a:lvl1pPr>
              <a:defRPr sz="1000"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58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89" r:id="rId3"/>
    <p:sldLayoutId id="2147483688" r:id="rId4"/>
    <p:sldLayoutId id="2147483679" r:id="rId5"/>
    <p:sldLayoutId id="2147483680" r:id="rId6"/>
    <p:sldLayoutId id="2147483685" r:id="rId7"/>
    <p:sldLayoutId id="2147483681" r:id="rId8"/>
    <p:sldLayoutId id="2147483686" r:id="rId9"/>
    <p:sldLayoutId id="2147483675" r:id="rId10"/>
    <p:sldLayoutId id="2147483749" r:id="rId11"/>
    <p:sldLayoutId id="2147483751" r:id="rId12"/>
    <p:sldLayoutId id="2147483980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7436" userDrawn="1">
          <p15:clr>
            <a:srgbClr val="F26B43"/>
          </p15:clr>
        </p15:guide>
        <p15:guide id="4" pos="239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4104" userDrawn="1">
          <p15:clr>
            <a:srgbClr val="F26B43"/>
          </p15:clr>
        </p15:guide>
        <p15:guide id="8" orient="horz" pos="2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144049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413" imgH="416" progId="TCLayout.ActiveDocument.1">
                  <p:embed/>
                </p:oleObj>
              </mc:Choice>
              <mc:Fallback>
                <p:oleObj name="think-cell Slide" r:id="rId4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CA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379314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811162" y="0"/>
              <a:ext cx="379314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380838" y="1863436"/>
              <a:ext cx="11424066" cy="4354484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80838" y="2331408"/>
              <a:ext cx="11424066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80838" y="1860735"/>
              <a:ext cx="11424066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384048" y="624643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CA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987738" y="2343981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Above Chart Exhibit Title</a:t>
            </a:r>
          </a:p>
          <a:p>
            <a:pPr lvl="0" rtl="0"/>
            <a:r>
              <a:rPr lang="en-CA" sz="1400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2343981"/>
            <a:ext cx="36333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EA234921-0C7A-7D08-2D6F-C793BBB3EDC2}"/>
              </a:ext>
            </a:extLst>
          </p:cNvPr>
          <p:cNvGrpSpPr/>
          <p:nvPr userDrawn="1"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F75F3A66-2505-BB0B-5E30-2B59AE049ED6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358C4D19-7BE3-3BB3-FAD4-14D48A59F3BE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CAF3D808-9D98-97DF-72B8-70170E035662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6B04EFE2-63A6-8945-2A2C-3B84D8751A5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F77F9B09-5D2D-E0CF-5772-62A775EDD0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54DCC080-16CC-BF91-3814-CBA16AB6AA0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378D6C5F-D742-4C0D-3E03-C353B7610612}"/>
              </a:ext>
            </a:extLst>
          </p:cNvPr>
          <p:cNvGrpSpPr/>
          <p:nvPr userDrawn="1"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9A689FE4-E33C-643C-C145-86DF2E5B6FE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5F644834-E1B1-AE9E-8F4B-2D0E93160992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23E1154-0A6D-CFBB-2E14-254C48F0D565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B18A95FD-16A0-0AF4-4314-984414461C4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EE5062ED-1CAC-5382-7D75-A509E4F6C6D1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2CD292D8-4EE9-4E74-66B8-B57BB644EF4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6A837824-A229-0AE9-C2F1-F129DEDBCF59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1DCD6E9F-E4E4-7A3A-E645-A5AAF091AEA3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2A455BD7-0F98-4835-5551-1B24D1D3A3C2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CAC01A08-735B-B412-0D8B-1E8FE89804A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DBCA3E94-27FB-7562-2516-A9B173E7BCEF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809F2A49-65C1-70B5-2E0F-C216B814CC60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98B2262E-13B1-D6AE-799C-57E70C6CE2F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11EF0689-14D5-C947-D20F-902187B731F3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872312CF-2656-C97E-F68A-7A5417E31A9B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D33BCD27-4276-8DE7-7261-5AF0D0B17EE7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545582FC-7260-B44E-1D5F-1F332AD8853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D602E704-4E36-B920-77CB-86B935B091F9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F9C39D64-626C-1995-4391-4707C2E178E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61B92162-A048-104E-E85E-982ADCE006F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6E842153-17C2-61F2-E50A-0472058DD745}"/>
              </a:ext>
            </a:extLst>
          </p:cNvPr>
          <p:cNvGrpSpPr/>
          <p:nvPr userDrawn="1"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267CB977-1EF6-2EA7-3481-994A8EB53732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9D4DF832-46B2-57E4-74B1-48BA66ADEA2C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83E814A8-4C87-E3C3-F5CD-53EC45671161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D7DBA70F-2356-A4A0-1268-E501CA01640D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86A09846-5875-D2B9-DA7D-0948E150BA00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75A08BBB-1344-2912-CDB5-6BBE444F2543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E8C3C11F-972E-CF28-2C6F-F81EA9DCF40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FE3172B7-0D53-82DE-307C-E89379E98741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41ABD00E-621E-20EB-B096-EEB961BA5998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CDD75596-96D4-FA21-EE9A-09A142460E5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4E1107AE-C36E-907E-E193-9F4301EF1A03}"/>
              </a:ext>
            </a:extLst>
          </p:cNvPr>
          <p:cNvPicPr>
            <a:picLocks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2F71B01-9AA7-FC6A-2303-1A5F02B23CAB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1099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5B7294-5F30-B529-F78D-A31AE58EE942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8342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ticker" hidden="1">
            <a:extLst>
              <a:ext uri="{FF2B5EF4-FFF2-40B4-BE49-F238E27FC236}">
                <a16:creationId xmlns:a16="http://schemas.microsoft.com/office/drawing/2014/main" id="{32BF8EA6-734C-5DC0-0A46-DE2ED733409F}"/>
              </a:ext>
            </a:extLst>
          </p:cNvPr>
          <p:cNvSpPr txBox="1"/>
          <p:nvPr userDrawn="1"/>
        </p:nvSpPr>
        <p:spPr>
          <a:xfrm>
            <a:off x="384048" y="1419436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n-CA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01463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  <p:sldLayoutId id="2147484037" r:id="rId13"/>
    <p:sldLayoutId id="2147484038" r:id="rId14"/>
    <p:sldLayoutId id="2147484039" r:id="rId15"/>
    <p:sldLayoutId id="2147484040" r:id="rId16"/>
    <p:sldLayoutId id="2147484041" r:id="rId17"/>
    <p:sldLayoutId id="2147484042" r:id="rId18"/>
    <p:sldLayoutId id="2147484043" r:id="rId19"/>
    <p:sldLayoutId id="2147484044" r:id="rId20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66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169">
          <p15:clr>
            <a:srgbClr val="F26B43"/>
          </p15:clr>
        </p15:guide>
        <p15:guide id="5" pos="7440">
          <p15:clr>
            <a:srgbClr val="F26B43"/>
          </p15:clr>
        </p15:guide>
        <p15:guide id="6" pos="240">
          <p15:clr>
            <a:srgbClr val="F26B43"/>
          </p15:clr>
        </p15:guide>
        <p15:guide id="8" orient="horz" pos="401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E9A8BC-9B8C-5A84-FE94-A5D748D4FF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95824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E9A8BC-9B8C-5A84-FE94-A5D748D4F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947FEE-BC42-AB41-9311-D8AAD7B0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 lIns="0" tIns="0" rIns="0"/>
          <a:lstStyle>
            <a:lvl1pPr>
              <a:defRPr sz="1000"/>
            </a:lvl1pPr>
          </a:lstStyle>
          <a:p>
            <a:fld id="{B9EBF019-A5C2-491B-AAE2-7B2CD41A4D97}" type="datetime1">
              <a:rPr lang="en-US" smtClean="0"/>
              <a:t>5/28/2026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6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7" r:id="rId11"/>
    <p:sldLayoutId id="2147484058" r:id="rId12"/>
    <p:sldLayoutId id="2147484059" r:id="rId13"/>
    <p:sldLayoutId id="2147484070" r:id="rId1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36">
          <p15:clr>
            <a:srgbClr val="F26B43"/>
          </p15:clr>
        </p15:guide>
        <p15:guide id="4" pos="239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9EAE993-7DEC-4775-BC26-26BFCFA95E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337390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92" imgH="591" progId="TCLayout.ActiveDocument.1">
                  <p:embed/>
                </p:oleObj>
              </mc:Choice>
              <mc:Fallback>
                <p:oleObj name="think-cell Slide" r:id="rId13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9EAE993-7DEC-4775-BC26-26BFCFA95E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0C1337B-6310-4C7E-950D-F4485A25CFA2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21B266CD-9F45-4261-9AAC-F9C9D3217C9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317151BC-72F8-45C7-80BF-84FFC8E5EEC0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16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36">
          <p15:clr>
            <a:srgbClr val="F26B43"/>
          </p15:clr>
        </p15:guide>
        <p15:guide id="4" pos="239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AC068-883D-133A-7ED9-92DF0F0B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5"/>
            <a:ext cx="11420856" cy="677108"/>
          </a:xfrm>
        </p:spPr>
        <p:txBody>
          <a:bodyPr/>
          <a:lstStyle/>
          <a:p>
            <a:endParaRPr lang="en-US" b="1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A7AA2-262B-AC7E-FF62-780DEC2E8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044" y="1082457"/>
            <a:ext cx="465734" cy="213820"/>
          </a:xfrm>
        </p:spPr>
        <p:txBody>
          <a:bodyPr/>
          <a:lstStyle/>
          <a:p>
            <a:r>
              <a:rPr lang="en-US" sz="1400" b="1">
                <a:cs typeface="Arial"/>
              </a:rPr>
              <a:t>2025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182135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E804DF-F6A9-C8F3-EA42-38F6A0AE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61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9656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T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WUVlBBH2l3k9hxXzMmW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H8FluR_n9Smw5TXsjfNQ"/>
</p:tagLst>
</file>

<file path=ppt/theme/theme1.xml><?xml version="1.0" encoding="utf-8"?>
<a:theme xmlns:a="http://schemas.openxmlformats.org/drawingml/2006/main" name="EY-P Widescreen Template 2022">
  <a:themeElements>
    <a:clrScheme name="EYP2020_PPT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1A9AFA"/>
      </a:accent1>
      <a:accent2>
        <a:srgbClr val="2E2E38"/>
      </a:accent2>
      <a:accent3>
        <a:srgbClr val="747480"/>
      </a:accent3>
      <a:accent4>
        <a:srgbClr val="C4C4CD"/>
      </a:accent4>
      <a:accent5>
        <a:srgbClr val="FF4136"/>
      </a:accent5>
      <a:accent6>
        <a:srgbClr val="2DB757"/>
      </a:accent6>
      <a:hlink>
        <a:srgbClr val="1A9AFA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noFill/>
        </a:ln>
      </a:spPr>
      <a:bodyPr lIns="72000" tIns="72000" rIns="72000" bIns="72000" rtlCol="0" anchor="ctr" anchorCtr="0"/>
      <a:lstStyle>
        <a:defPPr algn="l">
          <a:defRPr sz="12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171450" indent="-171450" algn="l">
          <a:lnSpc>
            <a:spcPct val="85000"/>
          </a:lnSpc>
          <a:spcAft>
            <a:spcPts val="600"/>
          </a:spcAft>
          <a:buSzPct val="110000"/>
          <a:buFont typeface="EYInterstate Light" panose="02000506000000020004" pitchFamily="2" charset="0"/>
          <a:buChar char="•"/>
          <a:defRPr sz="1100" dirty="0">
            <a:solidFill>
              <a:schemeClr val="bg1"/>
            </a:solidFill>
          </a:defRPr>
        </a:defPPr>
      </a:lstStyle>
    </a:txDef>
  </a:objectDefaults>
  <a:extraClrSchemeLst/>
  <a:custClrLst>
    <a:custClr name="Teal">
      <a:srgbClr val="27ACAA"/>
    </a:custClr>
    <a:custClr name="Green">
      <a:srgbClr val="2DB757"/>
    </a:custClr>
    <a:custClr name="Orange">
      <a:srgbClr val="FF6D00"/>
    </a:custClr>
    <a:custClr name="Purple">
      <a:srgbClr val="3D108A"/>
    </a:custClr>
    <a:custClr name="Maroon">
      <a:srgbClr val="750E5C"/>
    </a:custClr>
    <a:custClr name="Red">
      <a:srgbClr val="FF413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42C9C2"/>
    </a:custClr>
    <a:custClr name="Green">
      <a:srgbClr val="34C768"/>
    </a:custClr>
    <a:custClr name="Orange">
      <a:srgbClr val="FF810A"/>
    </a:custClr>
    <a:custClr name="Purple">
      <a:srgbClr val="542EA5"/>
    </a:custClr>
    <a:custClr name="Maroon">
      <a:srgbClr val="922B73"/>
    </a:custClr>
    <a:custClr name="Red">
      <a:srgbClr val="F95D5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60E6E1"/>
    </a:custClr>
    <a:custClr name="Green">
      <a:srgbClr val="57E188"/>
    </a:custClr>
    <a:custClr name="Orange">
      <a:srgbClr val="FF9831"/>
    </a:custClr>
    <a:custClr name="Purple">
      <a:srgbClr val="724BC3"/>
    </a:custClr>
    <a:custClr name="Maroon">
      <a:srgbClr val="B14891"/>
    </a:custClr>
    <a:custClr name="Red">
      <a:srgbClr val="FF736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93F0E6"/>
    </a:custClr>
    <a:custClr name="Green">
      <a:srgbClr val="8CE8AD"/>
    </a:custClr>
    <a:custClr name="Orange">
      <a:srgbClr val="FFB46A"/>
    </a:custClr>
    <a:custClr name="Purple">
      <a:srgbClr val="9C82D4"/>
    </a:custClr>
    <a:custClr name="Maroon">
      <a:srgbClr val="C981B2"/>
    </a:custClr>
    <a:custClr name="Red">
      <a:srgbClr val="FF9A9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EY-Parthenon Template 2022.potx" id="{F61FB716-DF41-43AC-96D7-4F936D1FCDB7}" vid="{3715C607-16CB-460C-A685-A77F3281436D}"/>
    </a:ext>
  </a:extLst>
</a:theme>
</file>

<file path=ppt/theme/theme2.xml><?xml version="1.0" encoding="utf-8"?>
<a:theme xmlns:a="http://schemas.openxmlformats.org/drawingml/2006/main" name="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Life_PPT_Widescreen_v4" id="{6F2DBD4F-3169-9046-8051-6C880174377F}" vid="{C6DAB6E1-BB97-0945-B1CA-D2BD6B60DABC}"/>
    </a:ext>
  </a:extLst>
</a:theme>
</file>

<file path=ppt/theme/theme3.xml><?xml version="1.0" encoding="utf-8"?>
<a:theme xmlns:a="http://schemas.openxmlformats.org/drawingml/2006/main" name="White">
  <a:themeElements>
    <a:clrScheme name="Scheme1">
      <a:dk1>
        <a:srgbClr val="515349"/>
      </a:dk1>
      <a:lt1>
        <a:srgbClr val="FFFFFF"/>
      </a:lt1>
      <a:dk2>
        <a:srgbClr val="FFFFFF"/>
      </a:dk2>
      <a:lt2>
        <a:srgbClr val="FFFFFF"/>
      </a:lt2>
      <a:accent1>
        <a:srgbClr val="BA0C2F"/>
      </a:accent1>
      <a:accent2>
        <a:srgbClr val="838271"/>
      </a:accent2>
      <a:accent3>
        <a:srgbClr val="0078BD"/>
      </a:accent3>
      <a:accent4>
        <a:srgbClr val="00BDF1"/>
      </a:accent4>
      <a:accent5>
        <a:srgbClr val="862633"/>
      </a:accent5>
      <a:accent6>
        <a:srgbClr val="5F59A2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515349"/>
        </a:dk1>
        <a:lt1>
          <a:srgbClr val="FFFFFF"/>
        </a:lt1>
        <a:dk2>
          <a:srgbClr val="FFFFFF"/>
        </a:dk2>
        <a:lt2>
          <a:srgbClr val="FFFFFF"/>
        </a:lt2>
        <a:accent1>
          <a:srgbClr val="BA0C2F"/>
        </a:accent1>
        <a:accent2>
          <a:srgbClr val="838271"/>
        </a:accent2>
        <a:accent3>
          <a:srgbClr val="0078BD"/>
        </a:accent3>
        <a:accent4>
          <a:srgbClr val="00BDF1"/>
        </a:accent4>
        <a:accent5>
          <a:srgbClr val="862633"/>
        </a:accent5>
        <a:accent6>
          <a:srgbClr val="5F59A2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497D3B"/>
    </a:custClr>
    <a:custClr name="Custom Color7">
      <a:srgbClr val="E2E2DF"/>
    </a:custClr>
  </a:custClrLst>
  <a:extLst>
    <a:ext uri="{05A4C25C-085E-4340-85A3-A5531E510DB2}">
      <thm15:themeFamily xmlns:thm15="http://schemas.microsoft.com/office/thememl/2012/main" name="20240827_Termination Future State_Workshop_vF" id="{A06D6D69-020E-49A6-A12E-644DE06562A2}" vid="{3E032959-9D99-4C85-A2CB-842CCC176EC2}"/>
    </a:ext>
  </a:extLst>
</a:theme>
</file>

<file path=ppt/theme/theme4.xml><?xml version="1.0" encoding="utf-8"?>
<a:theme xmlns:a="http://schemas.openxmlformats.org/drawingml/2006/main" name="2_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 Life" id="{83FECA6D-FBFC-42FC-AC3F-8C5F6EA4A3BD}" vid="{0E4B6146-B41C-4AD3-BCED-DF2BCCD9B058}"/>
    </a:ext>
  </a:extLst>
</a:theme>
</file>

<file path=ppt/theme/theme5.xml><?xml version="1.0" encoding="utf-8"?>
<a:theme xmlns:a="http://schemas.openxmlformats.org/drawingml/2006/main" name="1_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Life_PPT_Widescreen_v4" id="{6F2DBD4F-3169-9046-8051-6C880174377F}" vid="{C6DAB6E1-BB97-0945-B1CA-D2BD6B60DAB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6B9DB8-D533-4468-B211-F7FF947954F4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eefdba-c6d7-42a0-b52c-223d7c6e34c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F5BF3D4589ED4EB85F1FC304733CE9" ma:contentTypeVersion="11" ma:contentTypeDescription="Create a new document." ma:contentTypeScope="" ma:versionID="9a01957f481432195f1f28f331ce03ee">
  <xsd:schema xmlns:xsd="http://www.w3.org/2001/XMLSchema" xmlns:xs="http://www.w3.org/2001/XMLSchema" xmlns:p="http://schemas.microsoft.com/office/2006/metadata/properties" xmlns:ns3="7feefdba-c6d7-42a0-b52c-223d7c6e34c3" targetNamespace="http://schemas.microsoft.com/office/2006/metadata/properties" ma:root="true" ma:fieldsID="7d04f62c4ddb97e101a3674ac00de363" ns3:_="">
    <xsd:import namespace="7feefdba-c6d7-42a0-b52c-223d7c6e34c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efdba-c6d7-42a0-b52c-223d7c6e34c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858EEC-0583-4ECA-90A4-3B690D9E91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122C61-147F-4056-A5E1-37F4DBB0052A}">
  <ds:schemaRefs>
    <ds:schemaRef ds:uri="7feefdba-c6d7-42a0-b52c-223d7c6e34c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2F2251-C8F5-4E4A-9085-C1EF4402F54C}">
  <ds:schemaRefs>
    <ds:schemaRef ds:uri="7feefdba-c6d7-42a0-b52c-223d7c6e34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X. CL Template</Template>
  <TotalTime>0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Aptos</vt:lpstr>
      <vt:lpstr>Arial</vt:lpstr>
      <vt:lpstr>Segoe UI</vt:lpstr>
      <vt:lpstr>Wingdings</vt:lpstr>
      <vt:lpstr>Wingdings 3</vt:lpstr>
      <vt:lpstr>EY-P Widescreen Template 2022</vt:lpstr>
      <vt:lpstr>Office Theme</vt:lpstr>
      <vt:lpstr>White</vt:lpstr>
      <vt:lpstr>2_Office Theme</vt:lpstr>
      <vt:lpstr>1_Office Theme</vt:lpstr>
      <vt:lpstr>think-cell Slide</vt:lpstr>
      <vt:lpstr>PowerPoint Presentation</vt:lpstr>
      <vt:lpstr>ABC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I3. DR Design</dc:title>
  <dc:creator>Sachin Sagar</dc:creator>
  <cp:lastModifiedBy>Chandrashekar, Santhosh Kumar</cp:lastModifiedBy>
  <cp:revision>56</cp:revision>
  <cp:lastPrinted>2024-12-05T16:58:02Z</cp:lastPrinted>
  <dcterms:created xsi:type="dcterms:W3CDTF">2024-08-09T13:49:42Z</dcterms:created>
  <dcterms:modified xsi:type="dcterms:W3CDTF">2026-05-28T12:19:59Z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0x01010090F5BF3D4589ED4EB85F1FC304733CE9</vt:lpwstr>
  </property>
  <property fmtid="{D5CDD505-2E9C-101B-9397-08002B2CF9AE}" pid="3" name="MediaServiceImageTags">
    <vt:lpwstr/>
  </property>
  <property fmtid="{D5CDD505-2E9C-101B-9397-08002B2CF9AE}" pid="4" name="MSIP_Label_b07bbe84-2447-47ed-9f95-d9c34bc076ba_Name">
    <vt:lpwstr>Confidential</vt:lpwstr>
  </property>
  <property fmtid="{D5CDD505-2E9C-101B-9397-08002B2CF9AE}" pid="5" name="MSIP_Label_b07bbe84-2447-47ed-9f95-d9c34bc076ba_Enabled">
    <vt:lpwstr>true</vt:lpwstr>
  </property>
  <property fmtid="{D5CDD505-2E9C-101B-9397-08002B2CF9AE}" pid="6" name="MSIP_Label_b07bbe84-2447-47ed-9f95-d9c34bc076ba_SetDate">
    <vt:lpwstr>2024-09-27T10:55:17Z</vt:lpwstr>
  </property>
  <property fmtid="{D5CDD505-2E9C-101B-9397-08002B2CF9AE}" pid="7" name="MSIP_Label_b07bbe84-2447-47ed-9f95-d9c34bc076ba_SiteId">
    <vt:lpwstr>633f3069-d670-4419-9fee-2ab4251c88ee</vt:lpwstr>
  </property>
  <property fmtid="{D5CDD505-2E9C-101B-9397-08002B2CF9AE}" pid="8" name="MSIP_Label_b07bbe84-2447-47ed-9f95-d9c34bc076ba_Method">
    <vt:lpwstr>Standard</vt:lpwstr>
  </property>
  <property fmtid="{D5CDD505-2E9C-101B-9397-08002B2CF9AE}" pid="9" name="MSIP_Label_b07bbe84-2447-47ed-9f95-d9c34bc076ba_ContentBits">
    <vt:lpwstr>0</vt:lpwstr>
  </property>
  <property fmtid="{D5CDD505-2E9C-101B-9397-08002B2CF9AE}" pid="10" name="MSIP_Label_b07bbe84-2447-47ed-9f95-d9c34bc076ba_ActionId">
    <vt:lpwstr>82008502-0ea2-48a0-bd7b-cac11b1135da</vt:lpwstr>
  </property>
</Properties>
</file>