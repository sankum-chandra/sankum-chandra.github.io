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5A_48655977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84" r:id="rId6"/>
  </p:sldMasterIdLst>
  <p:notesMasterIdLst>
    <p:notesMasterId r:id="rId19"/>
  </p:notesMasterIdLst>
  <p:sldIdLst>
    <p:sldId id="345" r:id="rId7"/>
    <p:sldId id="332" r:id="rId8"/>
    <p:sldId id="410" r:id="rId9"/>
    <p:sldId id="288" r:id="rId10"/>
    <p:sldId id="346" r:id="rId11"/>
    <p:sldId id="347" r:id="rId12"/>
    <p:sldId id="348" r:id="rId13"/>
    <p:sldId id="349" r:id="rId14"/>
    <p:sldId id="350" r:id="rId15"/>
    <p:sldId id="351" r:id="rId16"/>
    <p:sldId id="353" r:id="rId17"/>
    <p:sldId id="34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446" userDrawn="1">
          <p15:clr>
            <a:srgbClr val="A4A3A4"/>
          </p15:clr>
        </p15:guide>
        <p15:guide id="3" orient="horz" pos="799" userDrawn="1">
          <p15:clr>
            <a:srgbClr val="A4A3A4"/>
          </p15:clr>
        </p15:guide>
        <p15:guide id="5" pos="257" userDrawn="1">
          <p15:clr>
            <a:srgbClr val="A4A3A4"/>
          </p15:clr>
        </p15:guide>
        <p15:guide id="6" orient="horz" pos="1820" userDrawn="1">
          <p15:clr>
            <a:srgbClr val="A4A3A4"/>
          </p15:clr>
        </p15:guide>
        <p15:guide id="7" pos="3046" userDrawn="1">
          <p15:clr>
            <a:srgbClr val="A4A3A4"/>
          </p15:clr>
        </p15:guide>
        <p15:guide id="8" pos="2751" userDrawn="1">
          <p15:clr>
            <a:srgbClr val="A4A3A4"/>
          </p15:clr>
        </p15:guide>
        <p15:guide id="9" pos="2842" userDrawn="1">
          <p15:clr>
            <a:srgbClr val="A4A3A4"/>
          </p15:clr>
        </p15:guide>
        <p15:guide id="10" orient="horz" pos="1752" userDrawn="1">
          <p15:clr>
            <a:srgbClr val="A4A3A4"/>
          </p15:clr>
        </p15:guide>
        <p15:guide id="11" orient="horz" pos="2772" userDrawn="1">
          <p15:clr>
            <a:srgbClr val="A4A3A4"/>
          </p15:clr>
        </p15:guide>
        <p15:guide id="12" orient="horz" pos="2840" userDrawn="1">
          <p15:clr>
            <a:srgbClr val="A4A3A4"/>
          </p15:clr>
        </p15:guide>
        <p15:guide id="13" orient="horz" pos="379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35D05EE-2830-209D-E2D3-2FD1374CD430}" name="Shamaei, Ali" initials="AS" userId="S::Ali.Shamaei@canadalife.com::27865597-4919-4158-9b1c-96124278d37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CFE3"/>
    <a:srgbClr val="D8E9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A9B5D6-B6D2-4354-DCBD-B07597F446E9}" v="1" dt="2026-04-27T17:44:11.2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7446"/>
        <p:guide orient="horz" pos="799"/>
        <p:guide pos="257"/>
        <p:guide orient="horz" pos="1820"/>
        <p:guide pos="3046"/>
        <p:guide pos="2751"/>
        <p:guide pos="2842"/>
        <p:guide orient="horz" pos="1752"/>
        <p:guide orient="horz" pos="2772"/>
        <p:guide orient="horz" pos="2840"/>
        <p:guide orient="horz" pos="3793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comments/modernComment_15A_486559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EFF7E7-D70B-42BA-A374-763719CB6309}" authorId="{035D05EE-2830-209D-E2D3-2FD1374CD430}" created="2026-02-12T18:51:28.98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14601591" sldId="346"/>
      <ac:graphicFrameMk id="8" creationId="{702D4566-E830-7DA4-A907-9342BE8D797B}"/>
      <dc:dgmMk xmlns:dc="http://schemas.microsoft.com/office/drawing/2013/diagram/command"/>
      <dc:nodeMk xmlns:dc="http://schemas.microsoft.com/office/drawing/2013/diagram/command" id="{43D58627-64C7-4AB8-B9EF-1461BD5B4787}"/>
      <ac:txMk cp="0" len="140">
        <ac:context len="141" hash="119967529"/>
      </ac:txMk>
    </ac:txMkLst>
    <p188:pos x="6282560" y="1090302"/>
    <p188:txBody>
      <a:bodyPr/>
      <a:lstStyle/>
      <a:p>
        <a:r>
          <a:rPr lang="en-CA"/>
          <a:t>Move to execution principles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#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#2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#3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1#4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#5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1#6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1#7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1#8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A46CD1-68F5-4374-801D-F2166F59EC6B}" type="doc">
      <dgm:prSet loTypeId="urn:microsoft.com/office/officeart/2008/layout/LinedList" loCatId="list" qsTypeId="urn:microsoft.com/office/officeart/2005/8/quickstyle/simple1#1" qsCatId="simple" csTypeId="urn:microsoft.com/office/officeart/2005/8/colors/accent2_1#1" csCatId="accent2" phldr="1"/>
      <dgm:spPr/>
      <dgm:t>
        <a:bodyPr/>
        <a:lstStyle/>
        <a:p>
          <a:endParaRPr lang="en-CA"/>
        </a:p>
      </dgm:t>
    </dgm:pt>
    <dgm:pt modelId="{072B2B2B-002E-4C58-A14D-FC483A43C67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b="1" i="0"/>
            <a:t>Follow Integration Patterns: </a:t>
          </a:r>
          <a:r>
            <a:rPr lang="en-CA" b="0" i="0"/>
            <a:t>Use standardized, reusable components for batch, API, and streaming data flows.</a:t>
          </a:r>
          <a:endParaRPr lang="en-CA"/>
        </a:p>
      </dgm:t>
    </dgm:pt>
    <dgm:pt modelId="{F090C479-5E4B-4BFE-8220-E0D176B76692}" type="sibTrans" cxnId="{BC4ADF57-C5CF-4111-B68B-C6D906EA2F58}">
      <dgm:prSet/>
      <dgm:spPr/>
      <dgm:t>
        <a:bodyPr/>
        <a:lstStyle/>
        <a:p>
          <a:endParaRPr lang="en-CA"/>
        </a:p>
      </dgm:t>
    </dgm:pt>
    <dgm:pt modelId="{549870DD-4FB9-4CB8-8C54-44C0DB8FCBD4}" type="parTrans" cxnId="{BC4ADF57-C5CF-4111-B68B-C6D906EA2F58}">
      <dgm:prSet/>
      <dgm:spPr/>
      <dgm:t>
        <a:bodyPr/>
        <a:lstStyle/>
        <a:p>
          <a:endParaRPr lang="en-CA"/>
        </a:p>
      </dgm:t>
    </dgm:pt>
    <dgm:pt modelId="{3A95085D-EA48-4035-B5EA-9C30CEFEEEEE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Version your interfaces.</a:t>
          </a:r>
          <a:r>
            <a:rPr lang="en-CA" b="0" i="0"/>
            <a:t> Changes to payloads or schemas are versioned and communicated; breaking changes include a migration plan.</a:t>
          </a:r>
          <a:endParaRPr lang="en-CA" b="1" i="0"/>
        </a:p>
      </dgm:t>
    </dgm:pt>
    <dgm:pt modelId="{CFEE7B07-7423-46BF-AD80-75064ECF9321}" type="parTrans" cxnId="{EDAF0C93-2E90-4AA6-8E09-D64B8C09D64A}">
      <dgm:prSet/>
      <dgm:spPr/>
      <dgm:t>
        <a:bodyPr/>
        <a:lstStyle/>
        <a:p>
          <a:endParaRPr lang="en-CA"/>
        </a:p>
      </dgm:t>
    </dgm:pt>
    <dgm:pt modelId="{5A9FE287-47A6-4419-B2BD-91F5D65E15BF}" type="sibTrans" cxnId="{EDAF0C93-2E90-4AA6-8E09-D64B8C09D64A}">
      <dgm:prSet/>
      <dgm:spPr/>
      <dgm:t>
        <a:bodyPr/>
        <a:lstStyle/>
        <a:p>
          <a:endParaRPr lang="en-CA"/>
        </a:p>
      </dgm:t>
    </dgm:pt>
    <dgm:pt modelId="{43D58627-64C7-4AB8-B9EF-1461BD5B4787}">
      <dgm:prSet/>
      <dgm:spPr/>
      <dgm:t>
        <a:bodyPr/>
        <a:lstStyle/>
        <a:p>
          <a:r>
            <a:rPr lang="en-CA" b="1" i="0"/>
            <a:t>Hub-and-Spoke Execution Model: </a:t>
          </a:r>
          <a:r>
            <a:rPr lang="en-CA" b="0" i="0"/>
            <a:t>Central teams provide shared tools and patterns, while Tech business units build and run their own pipelines.</a:t>
          </a:r>
        </a:p>
      </dgm:t>
    </dgm:pt>
    <dgm:pt modelId="{A4766F34-F14C-46B6-A674-8A8EBF6122CC}" type="parTrans" cxnId="{43D7E8E8-C7E9-4B56-AFF8-FE68052AD49D}">
      <dgm:prSet/>
      <dgm:spPr/>
      <dgm:t>
        <a:bodyPr/>
        <a:lstStyle/>
        <a:p>
          <a:endParaRPr lang="en-CA"/>
        </a:p>
      </dgm:t>
    </dgm:pt>
    <dgm:pt modelId="{1FB17828-2AF5-46FB-9C1C-99A6BDA5B5A3}" type="sibTrans" cxnId="{43D7E8E8-C7E9-4B56-AFF8-FE68052AD49D}">
      <dgm:prSet/>
      <dgm:spPr/>
      <dgm:t>
        <a:bodyPr/>
        <a:lstStyle/>
        <a:p>
          <a:endParaRPr lang="en-CA"/>
        </a:p>
      </dgm:t>
    </dgm:pt>
    <dgm:pt modelId="{0F91610C-6131-4C7F-A789-24FB76433148}">
      <dgm:prSet/>
      <dgm:spPr/>
      <dgm:t>
        <a:bodyPr/>
        <a:lstStyle/>
        <a:p>
          <a:r>
            <a:rPr lang="en-CA" b="1" i="0"/>
            <a:t>Policy-as-Code Enforcement: </a:t>
          </a:r>
          <a:r>
            <a:rPr lang="en-CA" b="0" i="0"/>
            <a:t>Define and enforce data access, quality, and routing rules as code embedded in pipelines.</a:t>
          </a:r>
        </a:p>
      </dgm:t>
    </dgm:pt>
    <dgm:pt modelId="{B526537D-7000-4597-BA59-72D6FCA30654}" type="parTrans" cxnId="{B98C38D6-A8CD-40FC-839C-2E89C993D5FD}">
      <dgm:prSet/>
      <dgm:spPr/>
      <dgm:t>
        <a:bodyPr/>
        <a:lstStyle/>
        <a:p>
          <a:endParaRPr lang="en-CA"/>
        </a:p>
      </dgm:t>
    </dgm:pt>
    <dgm:pt modelId="{3E62B8F4-2E36-431A-B911-5AAEE5129140}" type="sibTrans" cxnId="{B98C38D6-A8CD-40FC-839C-2E89C993D5FD}">
      <dgm:prSet/>
      <dgm:spPr/>
      <dgm:t>
        <a:bodyPr/>
        <a:lstStyle/>
        <a:p>
          <a:endParaRPr lang="en-CA"/>
        </a:p>
      </dgm:t>
    </dgm:pt>
    <dgm:pt modelId="{868AFF98-1256-469A-98D8-90ED976AC2AA}">
      <dgm:prSet/>
      <dgm:spPr/>
      <dgm:t>
        <a:bodyPr/>
        <a:lstStyle/>
        <a:p>
          <a:r>
            <a:rPr lang="en-CA" b="1" i="0"/>
            <a:t>Resiliency and Observability: </a:t>
          </a:r>
          <a:r>
            <a:rPr lang="en-CA" b="0" i="0"/>
            <a:t>Design pipelines with built-in error handling, monitoring, and alerting to ensure reliability.</a:t>
          </a:r>
        </a:p>
      </dgm:t>
    </dgm:pt>
    <dgm:pt modelId="{AA5276DA-A229-4174-9666-A29E48EC138E}" type="parTrans" cxnId="{5EC91A96-F1C7-47C4-AA54-D85BD2D42A92}">
      <dgm:prSet/>
      <dgm:spPr/>
      <dgm:t>
        <a:bodyPr/>
        <a:lstStyle/>
        <a:p>
          <a:endParaRPr lang="en-CA"/>
        </a:p>
      </dgm:t>
    </dgm:pt>
    <dgm:pt modelId="{835705FA-7C37-4885-9BFA-224CDA27DE87}" type="sibTrans" cxnId="{5EC91A96-F1C7-47C4-AA54-D85BD2D42A92}">
      <dgm:prSet/>
      <dgm:spPr/>
      <dgm:t>
        <a:bodyPr/>
        <a:lstStyle/>
        <a:p>
          <a:endParaRPr lang="en-CA"/>
        </a:p>
      </dgm:t>
    </dgm:pt>
    <dgm:pt modelId="{76C235B7-8BAD-48D6-AB1F-638339B01619}">
      <dgm:prSet/>
      <dgm:spPr/>
      <dgm:t>
        <a:bodyPr/>
        <a:lstStyle/>
        <a:p>
          <a:r>
            <a:rPr lang="en-CA" b="1" i="0"/>
            <a:t>Timely Data Availability by Design</a:t>
          </a:r>
          <a:r>
            <a:rPr lang="en-CA" b="0" i="0"/>
            <a:t>: Choose batch, near real-time, or streaming based on business need. Prioritize real-time and event-driven patterns when latency impacts decisions or operations.</a:t>
          </a:r>
        </a:p>
      </dgm:t>
    </dgm:pt>
    <dgm:pt modelId="{87D3E4A5-CA33-452A-A323-67E7258B12DA}" type="parTrans" cxnId="{46A93D8F-DB8D-4791-BC97-FD53C8F42B7A}">
      <dgm:prSet/>
      <dgm:spPr/>
      <dgm:t>
        <a:bodyPr/>
        <a:lstStyle/>
        <a:p>
          <a:endParaRPr lang="en-CA"/>
        </a:p>
      </dgm:t>
    </dgm:pt>
    <dgm:pt modelId="{BED4437E-2A18-4223-BA8C-9EEDD439ACD1}" type="sibTrans" cxnId="{46A93D8F-DB8D-4791-BC97-FD53C8F42B7A}">
      <dgm:prSet/>
      <dgm:spPr/>
      <dgm:t>
        <a:bodyPr/>
        <a:lstStyle/>
        <a:p>
          <a:endParaRPr lang="en-CA"/>
        </a:p>
      </dgm:t>
    </dgm:pt>
    <dgm:pt modelId="{4491F66B-7533-407F-90C5-243B98FD1642}" type="pres">
      <dgm:prSet presAssocID="{8EA46CD1-68F5-4374-801D-F2166F59EC6B}" presName="vert0" presStyleCnt="0">
        <dgm:presLayoutVars>
          <dgm:dir/>
          <dgm:animOne val="branch"/>
          <dgm:animLvl val="lvl"/>
        </dgm:presLayoutVars>
      </dgm:prSet>
      <dgm:spPr/>
    </dgm:pt>
    <dgm:pt modelId="{DEED1A12-7259-4463-B06C-3CADD6B1F96D}" type="pres">
      <dgm:prSet presAssocID="{072B2B2B-002E-4C58-A14D-FC483A43C678}" presName="thickLine" presStyleLbl="alignNode1" presStyleIdx="0" presStyleCnt="6"/>
      <dgm:spPr/>
    </dgm:pt>
    <dgm:pt modelId="{17012F88-C419-431D-898D-247050507AB4}" type="pres">
      <dgm:prSet presAssocID="{072B2B2B-002E-4C58-A14D-FC483A43C678}" presName="horz1" presStyleCnt="0"/>
      <dgm:spPr/>
    </dgm:pt>
    <dgm:pt modelId="{5563BFC3-3148-4528-8A8E-4BB50CEAF25F}" type="pres">
      <dgm:prSet presAssocID="{072B2B2B-002E-4C58-A14D-FC483A43C678}" presName="tx1" presStyleLbl="revTx" presStyleIdx="0" presStyleCnt="6"/>
      <dgm:spPr/>
    </dgm:pt>
    <dgm:pt modelId="{23C10B23-13E8-4DD0-84AC-3B10D060FC65}" type="pres">
      <dgm:prSet presAssocID="{072B2B2B-002E-4C58-A14D-FC483A43C678}" presName="vert1" presStyleCnt="0"/>
      <dgm:spPr/>
    </dgm:pt>
    <dgm:pt modelId="{8F0942D5-0B94-4426-A8F1-56C3EBF69010}" type="pres">
      <dgm:prSet presAssocID="{43D58627-64C7-4AB8-B9EF-1461BD5B4787}" presName="thickLine" presStyleLbl="alignNode1" presStyleIdx="1" presStyleCnt="6"/>
      <dgm:spPr/>
    </dgm:pt>
    <dgm:pt modelId="{E787CE97-4B47-4E42-9C6D-7E475CBA2A68}" type="pres">
      <dgm:prSet presAssocID="{43D58627-64C7-4AB8-B9EF-1461BD5B4787}" presName="horz1" presStyleCnt="0"/>
      <dgm:spPr/>
    </dgm:pt>
    <dgm:pt modelId="{56AE27DF-8EC6-4409-B37E-445B632716F5}" type="pres">
      <dgm:prSet presAssocID="{43D58627-64C7-4AB8-B9EF-1461BD5B4787}" presName="tx1" presStyleLbl="revTx" presStyleIdx="1" presStyleCnt="6"/>
      <dgm:spPr/>
    </dgm:pt>
    <dgm:pt modelId="{5AD50D3B-B5ED-48B6-A09A-ECB6AD801AA8}" type="pres">
      <dgm:prSet presAssocID="{43D58627-64C7-4AB8-B9EF-1461BD5B4787}" presName="vert1" presStyleCnt="0"/>
      <dgm:spPr/>
    </dgm:pt>
    <dgm:pt modelId="{D84B4C7F-0E39-4E42-8E4D-366C957445AD}" type="pres">
      <dgm:prSet presAssocID="{0F91610C-6131-4C7F-A789-24FB76433148}" presName="thickLine" presStyleLbl="alignNode1" presStyleIdx="2" presStyleCnt="6"/>
      <dgm:spPr/>
    </dgm:pt>
    <dgm:pt modelId="{93EC2944-365C-41BB-B3FA-C96F74DDC3EA}" type="pres">
      <dgm:prSet presAssocID="{0F91610C-6131-4C7F-A789-24FB76433148}" presName="horz1" presStyleCnt="0"/>
      <dgm:spPr/>
    </dgm:pt>
    <dgm:pt modelId="{70697200-2670-4117-BB9C-F6834029A219}" type="pres">
      <dgm:prSet presAssocID="{0F91610C-6131-4C7F-A789-24FB76433148}" presName="tx1" presStyleLbl="revTx" presStyleIdx="2" presStyleCnt="6"/>
      <dgm:spPr/>
    </dgm:pt>
    <dgm:pt modelId="{FF9E0E45-A797-4903-B488-85E7BBC1754F}" type="pres">
      <dgm:prSet presAssocID="{0F91610C-6131-4C7F-A789-24FB76433148}" presName="vert1" presStyleCnt="0"/>
      <dgm:spPr/>
    </dgm:pt>
    <dgm:pt modelId="{8E69E522-3C82-4DF3-8433-B6756846FBF4}" type="pres">
      <dgm:prSet presAssocID="{868AFF98-1256-469A-98D8-90ED976AC2AA}" presName="thickLine" presStyleLbl="alignNode1" presStyleIdx="3" presStyleCnt="6"/>
      <dgm:spPr/>
    </dgm:pt>
    <dgm:pt modelId="{5C40054D-4F5E-493B-A488-A6F61E285400}" type="pres">
      <dgm:prSet presAssocID="{868AFF98-1256-469A-98D8-90ED976AC2AA}" presName="horz1" presStyleCnt="0"/>
      <dgm:spPr/>
    </dgm:pt>
    <dgm:pt modelId="{DCCE97BD-60BC-4C03-900E-5B301FF785C8}" type="pres">
      <dgm:prSet presAssocID="{868AFF98-1256-469A-98D8-90ED976AC2AA}" presName="tx1" presStyleLbl="revTx" presStyleIdx="3" presStyleCnt="6"/>
      <dgm:spPr/>
    </dgm:pt>
    <dgm:pt modelId="{152F7381-FF68-4F4B-8F49-1568E0530C7F}" type="pres">
      <dgm:prSet presAssocID="{868AFF98-1256-469A-98D8-90ED976AC2AA}" presName="vert1" presStyleCnt="0"/>
      <dgm:spPr/>
    </dgm:pt>
    <dgm:pt modelId="{50306D8F-64DC-4151-BF7A-A79CFA6A23C8}" type="pres">
      <dgm:prSet presAssocID="{76C235B7-8BAD-48D6-AB1F-638339B01619}" presName="thickLine" presStyleLbl="alignNode1" presStyleIdx="4" presStyleCnt="6"/>
      <dgm:spPr/>
    </dgm:pt>
    <dgm:pt modelId="{FEA3B381-F9BB-4A08-965E-85E933652FA3}" type="pres">
      <dgm:prSet presAssocID="{76C235B7-8BAD-48D6-AB1F-638339B01619}" presName="horz1" presStyleCnt="0"/>
      <dgm:spPr/>
    </dgm:pt>
    <dgm:pt modelId="{C2C230D5-1240-461B-8C14-39DFE3B37D1D}" type="pres">
      <dgm:prSet presAssocID="{76C235B7-8BAD-48D6-AB1F-638339B01619}" presName="tx1" presStyleLbl="revTx" presStyleIdx="4" presStyleCnt="6"/>
      <dgm:spPr/>
    </dgm:pt>
    <dgm:pt modelId="{58EDA365-A377-4733-A5F6-6C438E6E0FE7}" type="pres">
      <dgm:prSet presAssocID="{76C235B7-8BAD-48D6-AB1F-638339B01619}" presName="vert1" presStyleCnt="0"/>
      <dgm:spPr/>
    </dgm:pt>
    <dgm:pt modelId="{2F8EF65E-8ED2-44EB-88AF-D86A255E9B24}" type="pres">
      <dgm:prSet presAssocID="{3A95085D-EA48-4035-B5EA-9C30CEFEEEEE}" presName="thickLine" presStyleLbl="alignNode1" presStyleIdx="5" presStyleCnt="6"/>
      <dgm:spPr/>
    </dgm:pt>
    <dgm:pt modelId="{C0EF50BD-B454-4524-B20C-34669ED74BF0}" type="pres">
      <dgm:prSet presAssocID="{3A95085D-EA48-4035-B5EA-9C30CEFEEEEE}" presName="horz1" presStyleCnt="0"/>
      <dgm:spPr/>
    </dgm:pt>
    <dgm:pt modelId="{E2125828-336A-42C6-9E44-E9324777B521}" type="pres">
      <dgm:prSet presAssocID="{3A95085D-EA48-4035-B5EA-9C30CEFEEEEE}" presName="tx1" presStyleLbl="revTx" presStyleIdx="5" presStyleCnt="6"/>
      <dgm:spPr/>
    </dgm:pt>
    <dgm:pt modelId="{63A4F9A5-DE60-4419-825B-4DBAF22330F1}" type="pres">
      <dgm:prSet presAssocID="{3A95085D-EA48-4035-B5EA-9C30CEFEEEEE}" presName="vert1" presStyleCnt="0"/>
      <dgm:spPr/>
    </dgm:pt>
  </dgm:ptLst>
  <dgm:cxnLst>
    <dgm:cxn modelId="{F9EB7C01-731A-459D-B96E-114AE9539D0F}" type="presOf" srcId="{0F91610C-6131-4C7F-A789-24FB76433148}" destId="{70697200-2670-4117-BB9C-F6834029A219}" srcOrd="0" destOrd="0" presId="urn:microsoft.com/office/officeart/2008/layout/LinedList"/>
    <dgm:cxn modelId="{56C82B0F-1C57-4988-BE94-BE2412343E5B}" type="presOf" srcId="{8EA46CD1-68F5-4374-801D-F2166F59EC6B}" destId="{4491F66B-7533-407F-90C5-243B98FD1642}" srcOrd="0" destOrd="0" presId="urn:microsoft.com/office/officeart/2008/layout/LinedList"/>
    <dgm:cxn modelId="{9A3AA86A-1B5A-4522-8E85-47E362163437}" type="presOf" srcId="{76C235B7-8BAD-48D6-AB1F-638339B01619}" destId="{C2C230D5-1240-461B-8C14-39DFE3B37D1D}" srcOrd="0" destOrd="0" presId="urn:microsoft.com/office/officeart/2008/layout/LinedList"/>
    <dgm:cxn modelId="{57513D56-34B3-4295-A723-1BB7F72FC787}" type="presOf" srcId="{43D58627-64C7-4AB8-B9EF-1461BD5B4787}" destId="{56AE27DF-8EC6-4409-B37E-445B632716F5}" srcOrd="0" destOrd="0" presId="urn:microsoft.com/office/officeart/2008/layout/LinedList"/>
    <dgm:cxn modelId="{BC4ADF57-C5CF-4111-B68B-C6D906EA2F58}" srcId="{8EA46CD1-68F5-4374-801D-F2166F59EC6B}" destId="{072B2B2B-002E-4C58-A14D-FC483A43C678}" srcOrd="0" destOrd="0" parTransId="{549870DD-4FB9-4CB8-8C54-44C0DB8FCBD4}" sibTransId="{F090C479-5E4B-4BFE-8220-E0D176B76692}"/>
    <dgm:cxn modelId="{16C6FF7A-A50E-4B55-8C40-569FD4CFC5C5}" type="presOf" srcId="{072B2B2B-002E-4C58-A14D-FC483A43C678}" destId="{5563BFC3-3148-4528-8A8E-4BB50CEAF25F}" srcOrd="0" destOrd="0" presId="urn:microsoft.com/office/officeart/2008/layout/LinedList"/>
    <dgm:cxn modelId="{46A93D8F-DB8D-4791-BC97-FD53C8F42B7A}" srcId="{8EA46CD1-68F5-4374-801D-F2166F59EC6B}" destId="{76C235B7-8BAD-48D6-AB1F-638339B01619}" srcOrd="4" destOrd="0" parTransId="{87D3E4A5-CA33-452A-A323-67E7258B12DA}" sibTransId="{BED4437E-2A18-4223-BA8C-9EEDD439ACD1}"/>
    <dgm:cxn modelId="{EDAF0C93-2E90-4AA6-8E09-D64B8C09D64A}" srcId="{8EA46CD1-68F5-4374-801D-F2166F59EC6B}" destId="{3A95085D-EA48-4035-B5EA-9C30CEFEEEEE}" srcOrd="5" destOrd="0" parTransId="{CFEE7B07-7423-46BF-AD80-75064ECF9321}" sibTransId="{5A9FE287-47A6-4419-B2BD-91F5D65E15BF}"/>
    <dgm:cxn modelId="{5EC91A96-F1C7-47C4-AA54-D85BD2D42A92}" srcId="{8EA46CD1-68F5-4374-801D-F2166F59EC6B}" destId="{868AFF98-1256-469A-98D8-90ED976AC2AA}" srcOrd="3" destOrd="0" parTransId="{AA5276DA-A229-4174-9666-A29E48EC138E}" sibTransId="{835705FA-7C37-4885-9BFA-224CDA27DE87}"/>
    <dgm:cxn modelId="{B98C38D6-A8CD-40FC-839C-2E89C993D5FD}" srcId="{8EA46CD1-68F5-4374-801D-F2166F59EC6B}" destId="{0F91610C-6131-4C7F-A789-24FB76433148}" srcOrd="2" destOrd="0" parTransId="{B526537D-7000-4597-BA59-72D6FCA30654}" sibTransId="{3E62B8F4-2E36-431A-B911-5AAEE5129140}"/>
    <dgm:cxn modelId="{43D7E8E8-C7E9-4B56-AFF8-FE68052AD49D}" srcId="{8EA46CD1-68F5-4374-801D-F2166F59EC6B}" destId="{43D58627-64C7-4AB8-B9EF-1461BD5B4787}" srcOrd="1" destOrd="0" parTransId="{A4766F34-F14C-46B6-A674-8A8EBF6122CC}" sibTransId="{1FB17828-2AF5-46FB-9C1C-99A6BDA5B5A3}"/>
    <dgm:cxn modelId="{87D10BF0-0F0A-4F97-B4F6-8C8E3B7F3FAC}" type="presOf" srcId="{868AFF98-1256-469A-98D8-90ED976AC2AA}" destId="{DCCE97BD-60BC-4C03-900E-5B301FF785C8}" srcOrd="0" destOrd="0" presId="urn:microsoft.com/office/officeart/2008/layout/LinedList"/>
    <dgm:cxn modelId="{8BC9F8FE-DC27-4ACC-B8CE-93CBE7AB560E}" type="presOf" srcId="{3A95085D-EA48-4035-B5EA-9C30CEFEEEEE}" destId="{E2125828-336A-42C6-9E44-E9324777B521}" srcOrd="0" destOrd="0" presId="urn:microsoft.com/office/officeart/2008/layout/LinedList"/>
    <dgm:cxn modelId="{9EB3035B-988D-4AFD-B728-546A058DE169}" type="presParOf" srcId="{4491F66B-7533-407F-90C5-243B98FD1642}" destId="{DEED1A12-7259-4463-B06C-3CADD6B1F96D}" srcOrd="0" destOrd="0" presId="urn:microsoft.com/office/officeart/2008/layout/LinedList"/>
    <dgm:cxn modelId="{18052D1D-D95F-488B-A32F-465AEFE17B95}" type="presParOf" srcId="{4491F66B-7533-407F-90C5-243B98FD1642}" destId="{17012F88-C419-431D-898D-247050507AB4}" srcOrd="1" destOrd="0" presId="urn:microsoft.com/office/officeart/2008/layout/LinedList"/>
    <dgm:cxn modelId="{E5CD2596-211F-45B2-B9E0-E7BD57472DAE}" type="presParOf" srcId="{17012F88-C419-431D-898D-247050507AB4}" destId="{5563BFC3-3148-4528-8A8E-4BB50CEAF25F}" srcOrd="0" destOrd="0" presId="urn:microsoft.com/office/officeart/2008/layout/LinedList"/>
    <dgm:cxn modelId="{A37D1A81-F4AE-4CD0-A93F-5FF97EF85C8E}" type="presParOf" srcId="{17012F88-C419-431D-898D-247050507AB4}" destId="{23C10B23-13E8-4DD0-84AC-3B10D060FC65}" srcOrd="1" destOrd="0" presId="urn:microsoft.com/office/officeart/2008/layout/LinedList"/>
    <dgm:cxn modelId="{42C130F4-83D3-4181-B11D-4C46707AA637}" type="presParOf" srcId="{4491F66B-7533-407F-90C5-243B98FD1642}" destId="{8F0942D5-0B94-4426-A8F1-56C3EBF69010}" srcOrd="2" destOrd="0" presId="urn:microsoft.com/office/officeart/2008/layout/LinedList"/>
    <dgm:cxn modelId="{DF41E14A-2A18-4FE6-AF69-B71059EA1591}" type="presParOf" srcId="{4491F66B-7533-407F-90C5-243B98FD1642}" destId="{E787CE97-4B47-4E42-9C6D-7E475CBA2A68}" srcOrd="3" destOrd="0" presId="urn:microsoft.com/office/officeart/2008/layout/LinedList"/>
    <dgm:cxn modelId="{5DF87284-88A1-4C5F-8A69-E909169C5D74}" type="presParOf" srcId="{E787CE97-4B47-4E42-9C6D-7E475CBA2A68}" destId="{56AE27DF-8EC6-4409-B37E-445B632716F5}" srcOrd="0" destOrd="0" presId="urn:microsoft.com/office/officeart/2008/layout/LinedList"/>
    <dgm:cxn modelId="{D5D29D1D-E247-455A-8AE8-ADA1CC94CFB1}" type="presParOf" srcId="{E787CE97-4B47-4E42-9C6D-7E475CBA2A68}" destId="{5AD50D3B-B5ED-48B6-A09A-ECB6AD801AA8}" srcOrd="1" destOrd="0" presId="urn:microsoft.com/office/officeart/2008/layout/LinedList"/>
    <dgm:cxn modelId="{D6342B16-9C1C-4BF5-971B-F81FD56FBE9E}" type="presParOf" srcId="{4491F66B-7533-407F-90C5-243B98FD1642}" destId="{D84B4C7F-0E39-4E42-8E4D-366C957445AD}" srcOrd="4" destOrd="0" presId="urn:microsoft.com/office/officeart/2008/layout/LinedList"/>
    <dgm:cxn modelId="{C6B1FA6C-F270-4A1B-81F7-EB9023B6F026}" type="presParOf" srcId="{4491F66B-7533-407F-90C5-243B98FD1642}" destId="{93EC2944-365C-41BB-B3FA-C96F74DDC3EA}" srcOrd="5" destOrd="0" presId="urn:microsoft.com/office/officeart/2008/layout/LinedList"/>
    <dgm:cxn modelId="{D151C72A-B73A-4E4E-87C7-D6F1E86DCCB0}" type="presParOf" srcId="{93EC2944-365C-41BB-B3FA-C96F74DDC3EA}" destId="{70697200-2670-4117-BB9C-F6834029A219}" srcOrd="0" destOrd="0" presId="urn:microsoft.com/office/officeart/2008/layout/LinedList"/>
    <dgm:cxn modelId="{EE2A84B2-DC96-4A1B-84F0-D039B6FB730F}" type="presParOf" srcId="{93EC2944-365C-41BB-B3FA-C96F74DDC3EA}" destId="{FF9E0E45-A797-4903-B488-85E7BBC1754F}" srcOrd="1" destOrd="0" presId="urn:microsoft.com/office/officeart/2008/layout/LinedList"/>
    <dgm:cxn modelId="{5DCF4901-674C-456F-8D0A-FBF0F366510E}" type="presParOf" srcId="{4491F66B-7533-407F-90C5-243B98FD1642}" destId="{8E69E522-3C82-4DF3-8433-B6756846FBF4}" srcOrd="6" destOrd="0" presId="urn:microsoft.com/office/officeart/2008/layout/LinedList"/>
    <dgm:cxn modelId="{16967413-78AD-40E7-9F7F-61CBCF8AD0DB}" type="presParOf" srcId="{4491F66B-7533-407F-90C5-243B98FD1642}" destId="{5C40054D-4F5E-493B-A488-A6F61E285400}" srcOrd="7" destOrd="0" presId="urn:microsoft.com/office/officeart/2008/layout/LinedList"/>
    <dgm:cxn modelId="{7F119058-9A17-41CA-B16E-FB5869826993}" type="presParOf" srcId="{5C40054D-4F5E-493B-A488-A6F61E285400}" destId="{DCCE97BD-60BC-4C03-900E-5B301FF785C8}" srcOrd="0" destOrd="0" presId="urn:microsoft.com/office/officeart/2008/layout/LinedList"/>
    <dgm:cxn modelId="{F946060F-8B4B-48F9-B184-6A8B158062DC}" type="presParOf" srcId="{5C40054D-4F5E-493B-A488-A6F61E285400}" destId="{152F7381-FF68-4F4B-8F49-1568E0530C7F}" srcOrd="1" destOrd="0" presId="urn:microsoft.com/office/officeart/2008/layout/LinedList"/>
    <dgm:cxn modelId="{7DD97159-4887-4615-98F1-A681CE1C7ED7}" type="presParOf" srcId="{4491F66B-7533-407F-90C5-243B98FD1642}" destId="{50306D8F-64DC-4151-BF7A-A79CFA6A23C8}" srcOrd="8" destOrd="0" presId="urn:microsoft.com/office/officeart/2008/layout/LinedList"/>
    <dgm:cxn modelId="{4587DF31-7FE1-41D5-95C0-B52A6DF7AB3E}" type="presParOf" srcId="{4491F66B-7533-407F-90C5-243B98FD1642}" destId="{FEA3B381-F9BB-4A08-965E-85E933652FA3}" srcOrd="9" destOrd="0" presId="urn:microsoft.com/office/officeart/2008/layout/LinedList"/>
    <dgm:cxn modelId="{B4CAD4D2-C907-41E1-9247-D92F4EF162A9}" type="presParOf" srcId="{FEA3B381-F9BB-4A08-965E-85E933652FA3}" destId="{C2C230D5-1240-461B-8C14-39DFE3B37D1D}" srcOrd="0" destOrd="0" presId="urn:microsoft.com/office/officeart/2008/layout/LinedList"/>
    <dgm:cxn modelId="{79462FE9-3F8C-4C67-B957-22BE522F5C8F}" type="presParOf" srcId="{FEA3B381-F9BB-4A08-965E-85E933652FA3}" destId="{58EDA365-A377-4733-A5F6-6C438E6E0FE7}" srcOrd="1" destOrd="0" presId="urn:microsoft.com/office/officeart/2008/layout/LinedList"/>
    <dgm:cxn modelId="{3A7744E5-BA18-4DB7-BE3C-1DFA807AABE9}" type="presParOf" srcId="{4491F66B-7533-407F-90C5-243B98FD1642}" destId="{2F8EF65E-8ED2-44EB-88AF-D86A255E9B24}" srcOrd="10" destOrd="0" presId="urn:microsoft.com/office/officeart/2008/layout/LinedList"/>
    <dgm:cxn modelId="{324116A9-1A28-4F57-B907-25669337F135}" type="presParOf" srcId="{4491F66B-7533-407F-90C5-243B98FD1642}" destId="{C0EF50BD-B454-4524-B20C-34669ED74BF0}" srcOrd="11" destOrd="0" presId="urn:microsoft.com/office/officeart/2008/layout/LinedList"/>
    <dgm:cxn modelId="{8B2875B7-45BC-4C5E-92DF-DAD9CC727283}" type="presParOf" srcId="{C0EF50BD-B454-4524-B20C-34669ED74BF0}" destId="{E2125828-336A-42C6-9E44-E9324777B521}" srcOrd="0" destOrd="0" presId="urn:microsoft.com/office/officeart/2008/layout/LinedList"/>
    <dgm:cxn modelId="{5E826E6B-53CE-423D-AE07-B1841B89F593}" type="presParOf" srcId="{C0EF50BD-B454-4524-B20C-34669ED74BF0}" destId="{63A4F9A5-DE60-4419-825B-4DBAF22330F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A46CD1-68F5-4374-801D-F2166F59EC6B}" type="doc">
      <dgm:prSet loTypeId="urn:microsoft.com/office/officeart/2008/layout/LinedList" loCatId="list" qsTypeId="urn:microsoft.com/office/officeart/2005/8/quickstyle/simple1#2" qsCatId="simple" csTypeId="urn:microsoft.com/office/officeart/2005/8/colors/accent2_1#2" csCatId="accent2" phldr="1"/>
      <dgm:spPr/>
      <dgm:t>
        <a:bodyPr/>
        <a:lstStyle/>
        <a:p>
          <a:endParaRPr lang="en-CA"/>
        </a:p>
      </dgm:t>
    </dgm:pt>
    <dgm:pt modelId="{072B2B2B-002E-4C58-A14D-FC483A43C67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b="1" i="0"/>
            <a:t>Standardised Architecture Blueprints: </a:t>
          </a:r>
          <a:r>
            <a:rPr lang="en-CA" b="0" i="0"/>
            <a:t>Use consistent platform and solution data architecture designs to ensure scalability, security, and reuse.</a:t>
          </a:r>
          <a:endParaRPr lang="en-CA"/>
        </a:p>
      </dgm:t>
    </dgm:pt>
    <dgm:pt modelId="{F090C479-5E4B-4BFE-8220-E0D176B76692}" type="sibTrans" cxnId="{BC4ADF57-C5CF-4111-B68B-C6D906EA2F58}">
      <dgm:prSet/>
      <dgm:spPr/>
      <dgm:t>
        <a:bodyPr/>
        <a:lstStyle/>
        <a:p>
          <a:endParaRPr lang="en-CA"/>
        </a:p>
      </dgm:t>
    </dgm:pt>
    <dgm:pt modelId="{549870DD-4FB9-4CB8-8C54-44C0DB8FCBD4}" type="parTrans" cxnId="{BC4ADF57-C5CF-4111-B68B-C6D906EA2F58}">
      <dgm:prSet/>
      <dgm:spPr/>
      <dgm:t>
        <a:bodyPr/>
        <a:lstStyle/>
        <a:p>
          <a:endParaRPr lang="en-CA"/>
        </a:p>
      </dgm:t>
    </dgm:pt>
    <dgm:pt modelId="{5A875681-1987-451E-AF93-98A49F28546D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Automate. </a:t>
          </a:r>
          <a:r>
            <a:rPr lang="en-CA" b="0" i="0"/>
            <a:t>Use CI/CD to build, test, and release pipelines like software.</a:t>
          </a:r>
          <a:endParaRPr lang="en-CA" b="1" i="0"/>
        </a:p>
      </dgm:t>
    </dgm:pt>
    <dgm:pt modelId="{7315BCBB-EDF3-4F11-A458-003F85A4220F}" type="parTrans" cxnId="{5649E3C0-4FDF-4642-B63F-CEE578AF5730}">
      <dgm:prSet/>
      <dgm:spPr/>
      <dgm:t>
        <a:bodyPr/>
        <a:lstStyle/>
        <a:p>
          <a:endParaRPr lang="en-CA"/>
        </a:p>
      </dgm:t>
    </dgm:pt>
    <dgm:pt modelId="{D5D19805-021D-42C8-893A-AEADC03B84ED}" type="sibTrans" cxnId="{5649E3C0-4FDF-4642-B63F-CEE578AF5730}">
      <dgm:prSet/>
      <dgm:spPr/>
      <dgm:t>
        <a:bodyPr/>
        <a:lstStyle/>
        <a:p>
          <a:endParaRPr lang="en-CA"/>
        </a:p>
      </dgm:t>
    </dgm:pt>
    <dgm:pt modelId="{20556C6D-FD09-49BD-84CB-9ED3684E21AD}">
      <dgm:prSet/>
      <dgm:spPr/>
      <dgm:t>
        <a:bodyPr/>
        <a:lstStyle/>
        <a:p>
          <a:r>
            <a:rPr lang="en-CA" b="1" i="0"/>
            <a:t>Quality by design.</a:t>
          </a:r>
          <a:r>
            <a:rPr lang="en-CA" b="0" i="0"/>
            <a:t> Validate accuracy, completeness, and timeliness at each step - don’t wait until the end.</a:t>
          </a:r>
          <a:endParaRPr lang="en-CA"/>
        </a:p>
      </dgm:t>
    </dgm:pt>
    <dgm:pt modelId="{15378410-46B5-4C1F-A4A8-51742B3822AC}" type="parTrans" cxnId="{1D30F6DA-D863-4BFA-8681-125F11BA0D4F}">
      <dgm:prSet/>
      <dgm:spPr/>
      <dgm:t>
        <a:bodyPr/>
        <a:lstStyle/>
        <a:p>
          <a:endParaRPr lang="en-CA"/>
        </a:p>
      </dgm:t>
    </dgm:pt>
    <dgm:pt modelId="{AB64E1A5-76EB-4A40-AB2F-FA58BF0433B5}" type="sibTrans" cxnId="{1D30F6DA-D863-4BFA-8681-125F11BA0D4F}">
      <dgm:prSet/>
      <dgm:spPr/>
      <dgm:t>
        <a:bodyPr/>
        <a:lstStyle/>
        <a:p>
          <a:endParaRPr lang="en-CA"/>
        </a:p>
      </dgm:t>
    </dgm:pt>
    <dgm:pt modelId="{DDB7E643-170F-4310-802F-83EF92642ED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b="1" i="0"/>
            <a:t>Domain-Based Modelling: </a:t>
          </a:r>
          <a:r>
            <a:rPr lang="en-CA" b="0" i="0"/>
            <a:t>Structure data using shared and common conceptual reference domain models to support consistency and interoperability.</a:t>
          </a:r>
        </a:p>
      </dgm:t>
    </dgm:pt>
    <dgm:pt modelId="{45FCEA50-BDA9-4F11-9827-27A0175B0140}" type="parTrans" cxnId="{913351C8-10C9-47D9-A439-5BB92932544C}">
      <dgm:prSet/>
      <dgm:spPr/>
      <dgm:t>
        <a:bodyPr/>
        <a:lstStyle/>
        <a:p>
          <a:endParaRPr lang="en-CA"/>
        </a:p>
      </dgm:t>
    </dgm:pt>
    <dgm:pt modelId="{7A1539E9-195A-4B60-9932-01512D8B0407}" type="sibTrans" cxnId="{913351C8-10C9-47D9-A439-5BB92932544C}">
      <dgm:prSet/>
      <dgm:spPr/>
      <dgm:t>
        <a:bodyPr/>
        <a:lstStyle/>
        <a:p>
          <a:endParaRPr lang="en-CA"/>
        </a:p>
      </dgm:t>
    </dgm:pt>
    <dgm:pt modelId="{79268960-AB5F-48AD-AAE4-D4CC88AE8F0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b="1" i="0"/>
            <a:t>Tiered Storage Design: </a:t>
          </a:r>
          <a:r>
            <a:rPr lang="en-CA" b="0" i="0"/>
            <a:t>Store data in ODS and CDP ingestion (raw), enrichment (curated), and publication (trusted) zones with clear lifecycle and access policies.</a:t>
          </a:r>
        </a:p>
      </dgm:t>
    </dgm:pt>
    <dgm:pt modelId="{F75A6AD2-B8CB-4661-A4AA-2BFFB74B965E}" type="parTrans" cxnId="{C52D4F9B-19F3-4ADF-A5F4-A7B33D93FDC1}">
      <dgm:prSet/>
      <dgm:spPr/>
      <dgm:t>
        <a:bodyPr/>
        <a:lstStyle/>
        <a:p>
          <a:endParaRPr lang="en-CA"/>
        </a:p>
      </dgm:t>
    </dgm:pt>
    <dgm:pt modelId="{DC72964F-57E2-40EC-B2CB-E028F4C00301}" type="sibTrans" cxnId="{C52D4F9B-19F3-4ADF-A5F4-A7B33D93FDC1}">
      <dgm:prSet/>
      <dgm:spPr/>
      <dgm:t>
        <a:bodyPr/>
        <a:lstStyle/>
        <a:p>
          <a:endParaRPr lang="en-CA"/>
        </a:p>
      </dgm:t>
    </dgm:pt>
    <dgm:pt modelId="{724B9382-AB50-4D8C-959B-D847D471057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b="1" i="0">
              <a:highlight>
                <a:srgbClr val="FFFF00"/>
              </a:highlight>
            </a:rPr>
            <a:t>Operational and Analytical Separation: </a:t>
          </a:r>
          <a:r>
            <a:rPr lang="en-CA" b="0" i="0">
              <a:highlight>
                <a:srgbClr val="FFFF00"/>
              </a:highlight>
            </a:rPr>
            <a:t>Use BU-level ODS for intraday operational needs; use Enterprise Data Lake (CDP) for cross-BU data integration, consolidation, and analytics.</a:t>
          </a:r>
        </a:p>
      </dgm:t>
    </dgm:pt>
    <dgm:pt modelId="{88A43F5F-A863-4034-B01C-8BD3F3C9729D}" type="parTrans" cxnId="{E13F6FB8-2C21-47DF-8A27-78E55BBAA88C}">
      <dgm:prSet/>
      <dgm:spPr/>
      <dgm:t>
        <a:bodyPr/>
        <a:lstStyle/>
        <a:p>
          <a:endParaRPr lang="en-CA"/>
        </a:p>
      </dgm:t>
    </dgm:pt>
    <dgm:pt modelId="{F9B30BF1-C837-4E58-B1AC-45A34B52F166}" type="sibTrans" cxnId="{E13F6FB8-2C21-47DF-8A27-78E55BBAA88C}">
      <dgm:prSet/>
      <dgm:spPr/>
      <dgm:t>
        <a:bodyPr/>
        <a:lstStyle/>
        <a:p>
          <a:endParaRPr lang="en-CA"/>
        </a:p>
      </dgm:t>
    </dgm:pt>
    <dgm:pt modelId="{DFCEF9FB-DB39-4BA0-8014-142FF67A6BB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b="1" i="0"/>
            <a:t>Data Replication to CDP</a:t>
          </a:r>
          <a:r>
            <a:rPr lang="en-CA" b="0" i="0"/>
            <a:t>: All BOR, derived data and mastered data must be replicated to the CDP using secure, automated, and auditable processes.</a:t>
          </a:r>
        </a:p>
      </dgm:t>
    </dgm:pt>
    <dgm:pt modelId="{0837C1FB-7F01-423A-B7E8-766C6B523759}" type="parTrans" cxnId="{EB4800DA-7EA2-4F52-934D-9CF22F23581F}">
      <dgm:prSet/>
      <dgm:spPr/>
      <dgm:t>
        <a:bodyPr/>
        <a:lstStyle/>
        <a:p>
          <a:endParaRPr lang="en-CA"/>
        </a:p>
      </dgm:t>
    </dgm:pt>
    <dgm:pt modelId="{EC2743D5-E1CA-4AF3-BD3D-6167E1DA7483}" type="sibTrans" cxnId="{EB4800DA-7EA2-4F52-934D-9CF22F23581F}">
      <dgm:prSet/>
      <dgm:spPr/>
      <dgm:t>
        <a:bodyPr/>
        <a:lstStyle/>
        <a:p>
          <a:endParaRPr lang="en-CA"/>
        </a:p>
      </dgm:t>
    </dgm:pt>
    <dgm:pt modelId="{49A63465-18AB-4569-B48C-4545FC6D3870}">
      <dgm:prSet/>
      <dgm:spPr/>
      <dgm:t>
        <a:bodyPr/>
        <a:lstStyle/>
        <a:p>
          <a:r>
            <a:rPr lang="en-CA" b="1"/>
            <a:t>CDP as Primary Analytical Platform</a:t>
          </a:r>
          <a:r>
            <a:rPr lang="en-CA"/>
            <a:t>: CDP should be the primary data warehousing and analytical platform across Canada Life. All on-prem and legacy data marts and warehouses must be migrated to CDP.</a:t>
          </a:r>
          <a:endParaRPr lang="en-CA" b="0" i="0"/>
        </a:p>
      </dgm:t>
    </dgm:pt>
    <dgm:pt modelId="{F8521521-9B4B-4B8D-A245-2182D9A4C6B0}" type="parTrans" cxnId="{B9B3AD93-FA59-49C5-95E1-26D3211AB373}">
      <dgm:prSet/>
      <dgm:spPr/>
      <dgm:t>
        <a:bodyPr/>
        <a:lstStyle/>
        <a:p>
          <a:endParaRPr lang="en-CA"/>
        </a:p>
      </dgm:t>
    </dgm:pt>
    <dgm:pt modelId="{90E6370B-4CBB-4364-B4C9-4B12883AC323}" type="sibTrans" cxnId="{B9B3AD93-FA59-49C5-95E1-26D3211AB373}">
      <dgm:prSet/>
      <dgm:spPr/>
      <dgm:t>
        <a:bodyPr/>
        <a:lstStyle/>
        <a:p>
          <a:endParaRPr lang="en-CA"/>
        </a:p>
      </dgm:t>
    </dgm:pt>
    <dgm:pt modelId="{AD2CAD12-8C35-42E3-80A2-1C417C7AA4D4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Automation of testing</a:t>
          </a:r>
          <a:r>
            <a:rPr lang="en-CA" b="0" i="0"/>
            <a:t>: Generate synthetic and masked test data through AI enabled test data management tools and services.</a:t>
          </a:r>
          <a:endParaRPr lang="en-CA" b="1" i="0"/>
        </a:p>
      </dgm:t>
    </dgm:pt>
    <dgm:pt modelId="{2251BEC1-11CC-4B5C-881C-4EACDAEF3B03}" type="parTrans" cxnId="{B044A21F-7A07-4C7F-9828-A346EE1840B2}">
      <dgm:prSet/>
      <dgm:spPr/>
      <dgm:t>
        <a:bodyPr/>
        <a:lstStyle/>
        <a:p>
          <a:endParaRPr lang="en-CA"/>
        </a:p>
      </dgm:t>
    </dgm:pt>
    <dgm:pt modelId="{09402805-EB6B-489E-94B2-616032A3DDD6}" type="sibTrans" cxnId="{B044A21F-7A07-4C7F-9828-A346EE1840B2}">
      <dgm:prSet/>
      <dgm:spPr/>
      <dgm:t>
        <a:bodyPr/>
        <a:lstStyle/>
        <a:p>
          <a:endParaRPr lang="en-CA"/>
        </a:p>
      </dgm:t>
    </dgm:pt>
    <dgm:pt modelId="{4491F66B-7533-407F-90C5-243B98FD1642}" type="pres">
      <dgm:prSet presAssocID="{8EA46CD1-68F5-4374-801D-F2166F59EC6B}" presName="vert0" presStyleCnt="0">
        <dgm:presLayoutVars>
          <dgm:dir/>
          <dgm:animOne val="branch"/>
          <dgm:animLvl val="lvl"/>
        </dgm:presLayoutVars>
      </dgm:prSet>
      <dgm:spPr/>
    </dgm:pt>
    <dgm:pt modelId="{DEED1A12-7259-4463-B06C-3CADD6B1F96D}" type="pres">
      <dgm:prSet presAssocID="{072B2B2B-002E-4C58-A14D-FC483A43C678}" presName="thickLine" presStyleLbl="alignNode1" presStyleIdx="0" presStyleCnt="9"/>
      <dgm:spPr/>
    </dgm:pt>
    <dgm:pt modelId="{17012F88-C419-431D-898D-247050507AB4}" type="pres">
      <dgm:prSet presAssocID="{072B2B2B-002E-4C58-A14D-FC483A43C678}" presName="horz1" presStyleCnt="0"/>
      <dgm:spPr/>
    </dgm:pt>
    <dgm:pt modelId="{5563BFC3-3148-4528-8A8E-4BB50CEAF25F}" type="pres">
      <dgm:prSet presAssocID="{072B2B2B-002E-4C58-A14D-FC483A43C678}" presName="tx1" presStyleLbl="revTx" presStyleIdx="0" presStyleCnt="9" custLinFactNeighborX="-16709" custLinFactNeighborY="15338"/>
      <dgm:spPr/>
    </dgm:pt>
    <dgm:pt modelId="{23C10B23-13E8-4DD0-84AC-3B10D060FC65}" type="pres">
      <dgm:prSet presAssocID="{072B2B2B-002E-4C58-A14D-FC483A43C678}" presName="vert1" presStyleCnt="0"/>
      <dgm:spPr/>
    </dgm:pt>
    <dgm:pt modelId="{9D1F4FED-8A70-4983-8FB3-841E25A49273}" type="pres">
      <dgm:prSet presAssocID="{DDB7E643-170F-4310-802F-83EF92642EDD}" presName="thickLine" presStyleLbl="alignNode1" presStyleIdx="1" presStyleCnt="9"/>
      <dgm:spPr/>
    </dgm:pt>
    <dgm:pt modelId="{5575DCAB-DA3B-451E-A773-E9426B69DCA2}" type="pres">
      <dgm:prSet presAssocID="{DDB7E643-170F-4310-802F-83EF92642EDD}" presName="horz1" presStyleCnt="0"/>
      <dgm:spPr/>
    </dgm:pt>
    <dgm:pt modelId="{11A6256B-1FD6-413E-94B0-4AD2F72B5114}" type="pres">
      <dgm:prSet presAssocID="{DDB7E643-170F-4310-802F-83EF92642EDD}" presName="tx1" presStyleLbl="revTx" presStyleIdx="1" presStyleCnt="9"/>
      <dgm:spPr/>
    </dgm:pt>
    <dgm:pt modelId="{D5C5BAC7-F7B0-42C0-A7F6-861AA1B1A301}" type="pres">
      <dgm:prSet presAssocID="{DDB7E643-170F-4310-802F-83EF92642EDD}" presName="vert1" presStyleCnt="0"/>
      <dgm:spPr/>
    </dgm:pt>
    <dgm:pt modelId="{FE747D9F-D171-44FD-997B-1AFC8C3EC6B6}" type="pres">
      <dgm:prSet presAssocID="{79268960-AB5F-48AD-AAE4-D4CC88AE8F0D}" presName="thickLine" presStyleLbl="alignNode1" presStyleIdx="2" presStyleCnt="9"/>
      <dgm:spPr/>
    </dgm:pt>
    <dgm:pt modelId="{71E37026-D1DA-4FE3-AD36-D9744EE92114}" type="pres">
      <dgm:prSet presAssocID="{79268960-AB5F-48AD-AAE4-D4CC88AE8F0D}" presName="horz1" presStyleCnt="0"/>
      <dgm:spPr/>
    </dgm:pt>
    <dgm:pt modelId="{30E076A2-525B-4861-A2FC-EC3444BC5C09}" type="pres">
      <dgm:prSet presAssocID="{79268960-AB5F-48AD-AAE4-D4CC88AE8F0D}" presName="tx1" presStyleLbl="revTx" presStyleIdx="2" presStyleCnt="9"/>
      <dgm:spPr/>
    </dgm:pt>
    <dgm:pt modelId="{C73466EF-6CAE-4B52-B08C-E6CF7631D3A9}" type="pres">
      <dgm:prSet presAssocID="{79268960-AB5F-48AD-AAE4-D4CC88AE8F0D}" presName="vert1" presStyleCnt="0"/>
      <dgm:spPr/>
    </dgm:pt>
    <dgm:pt modelId="{03FB0312-4FFB-4C41-9AC6-AD669709D31F}" type="pres">
      <dgm:prSet presAssocID="{724B9382-AB50-4D8C-959B-D847D4710574}" presName="thickLine" presStyleLbl="alignNode1" presStyleIdx="3" presStyleCnt="9"/>
      <dgm:spPr/>
    </dgm:pt>
    <dgm:pt modelId="{0DF45D15-5310-49EA-AE88-4C08593CB83B}" type="pres">
      <dgm:prSet presAssocID="{724B9382-AB50-4D8C-959B-D847D4710574}" presName="horz1" presStyleCnt="0"/>
      <dgm:spPr/>
    </dgm:pt>
    <dgm:pt modelId="{DB8F47A6-F499-421D-B69C-1F3C051DD7F9}" type="pres">
      <dgm:prSet presAssocID="{724B9382-AB50-4D8C-959B-D847D4710574}" presName="tx1" presStyleLbl="revTx" presStyleIdx="3" presStyleCnt="9"/>
      <dgm:spPr/>
    </dgm:pt>
    <dgm:pt modelId="{D9F816CB-291E-4423-858D-52DE2FA91AA2}" type="pres">
      <dgm:prSet presAssocID="{724B9382-AB50-4D8C-959B-D847D4710574}" presName="vert1" presStyleCnt="0"/>
      <dgm:spPr/>
    </dgm:pt>
    <dgm:pt modelId="{A4BCA946-190C-4A96-8EED-14339716ADAB}" type="pres">
      <dgm:prSet presAssocID="{DFCEF9FB-DB39-4BA0-8014-142FF67A6BB2}" presName="thickLine" presStyleLbl="alignNode1" presStyleIdx="4" presStyleCnt="9"/>
      <dgm:spPr/>
    </dgm:pt>
    <dgm:pt modelId="{68917CA3-B835-4F96-BD17-ACC1C78CE754}" type="pres">
      <dgm:prSet presAssocID="{DFCEF9FB-DB39-4BA0-8014-142FF67A6BB2}" presName="horz1" presStyleCnt="0"/>
      <dgm:spPr/>
    </dgm:pt>
    <dgm:pt modelId="{3170E523-AD62-4EE2-B0F6-973C1BDD39F9}" type="pres">
      <dgm:prSet presAssocID="{DFCEF9FB-DB39-4BA0-8014-142FF67A6BB2}" presName="tx1" presStyleLbl="revTx" presStyleIdx="4" presStyleCnt="9"/>
      <dgm:spPr/>
    </dgm:pt>
    <dgm:pt modelId="{D3CCEC1C-F534-4775-ADAC-0090AAD8B18C}" type="pres">
      <dgm:prSet presAssocID="{DFCEF9FB-DB39-4BA0-8014-142FF67A6BB2}" presName="vert1" presStyleCnt="0"/>
      <dgm:spPr/>
    </dgm:pt>
    <dgm:pt modelId="{AC7EF5ED-F88C-4D98-B711-EF4958CAB5C9}" type="pres">
      <dgm:prSet presAssocID="{49A63465-18AB-4569-B48C-4545FC6D3870}" presName="thickLine" presStyleLbl="alignNode1" presStyleIdx="5" presStyleCnt="9"/>
      <dgm:spPr/>
    </dgm:pt>
    <dgm:pt modelId="{840CBF93-A0F8-4F6B-BAB8-B3FD3B71DE36}" type="pres">
      <dgm:prSet presAssocID="{49A63465-18AB-4569-B48C-4545FC6D3870}" presName="horz1" presStyleCnt="0"/>
      <dgm:spPr/>
    </dgm:pt>
    <dgm:pt modelId="{A82E24C3-0E16-4AE1-BBD2-0BFF050F7766}" type="pres">
      <dgm:prSet presAssocID="{49A63465-18AB-4569-B48C-4545FC6D3870}" presName="tx1" presStyleLbl="revTx" presStyleIdx="5" presStyleCnt="9"/>
      <dgm:spPr/>
    </dgm:pt>
    <dgm:pt modelId="{10785B12-5779-429F-B51C-504272581276}" type="pres">
      <dgm:prSet presAssocID="{49A63465-18AB-4569-B48C-4545FC6D3870}" presName="vert1" presStyleCnt="0"/>
      <dgm:spPr/>
    </dgm:pt>
    <dgm:pt modelId="{B86B89B8-5332-4C38-85BC-9D9420395C8B}" type="pres">
      <dgm:prSet presAssocID="{20556C6D-FD09-49BD-84CB-9ED3684E21AD}" presName="thickLine" presStyleLbl="alignNode1" presStyleIdx="6" presStyleCnt="9"/>
      <dgm:spPr/>
    </dgm:pt>
    <dgm:pt modelId="{7082ABFE-51A5-49D8-B225-A6F5844EA0F4}" type="pres">
      <dgm:prSet presAssocID="{20556C6D-FD09-49BD-84CB-9ED3684E21AD}" presName="horz1" presStyleCnt="0"/>
      <dgm:spPr/>
    </dgm:pt>
    <dgm:pt modelId="{D341E76A-F4CA-4B05-94D2-3CD348C0DCCD}" type="pres">
      <dgm:prSet presAssocID="{20556C6D-FD09-49BD-84CB-9ED3684E21AD}" presName="tx1" presStyleLbl="revTx" presStyleIdx="6" presStyleCnt="9"/>
      <dgm:spPr/>
    </dgm:pt>
    <dgm:pt modelId="{BFA293FC-5BBD-4724-9D26-7B892BE1780C}" type="pres">
      <dgm:prSet presAssocID="{20556C6D-FD09-49BD-84CB-9ED3684E21AD}" presName="vert1" presStyleCnt="0"/>
      <dgm:spPr/>
    </dgm:pt>
    <dgm:pt modelId="{FFB211C3-A691-4A01-B060-033C01C1D1C2}" type="pres">
      <dgm:prSet presAssocID="{5A875681-1987-451E-AF93-98A49F28546D}" presName="thickLine" presStyleLbl="alignNode1" presStyleIdx="7" presStyleCnt="9"/>
      <dgm:spPr/>
    </dgm:pt>
    <dgm:pt modelId="{BD0AAAB9-20A1-40DA-A7D3-D34E408FCC7C}" type="pres">
      <dgm:prSet presAssocID="{5A875681-1987-451E-AF93-98A49F28546D}" presName="horz1" presStyleCnt="0"/>
      <dgm:spPr/>
    </dgm:pt>
    <dgm:pt modelId="{EC639768-71CD-4AE6-A804-1CEED9EEED23}" type="pres">
      <dgm:prSet presAssocID="{5A875681-1987-451E-AF93-98A49F28546D}" presName="tx1" presStyleLbl="revTx" presStyleIdx="7" presStyleCnt="9"/>
      <dgm:spPr/>
    </dgm:pt>
    <dgm:pt modelId="{4BC8E55F-1BCB-4EE0-8FCD-1DF881D50F85}" type="pres">
      <dgm:prSet presAssocID="{5A875681-1987-451E-AF93-98A49F28546D}" presName="vert1" presStyleCnt="0"/>
      <dgm:spPr/>
    </dgm:pt>
    <dgm:pt modelId="{27507003-BF8E-4482-BB3B-D7EF1FC66BB8}" type="pres">
      <dgm:prSet presAssocID="{AD2CAD12-8C35-42E3-80A2-1C417C7AA4D4}" presName="thickLine" presStyleLbl="alignNode1" presStyleIdx="8" presStyleCnt="9"/>
      <dgm:spPr/>
    </dgm:pt>
    <dgm:pt modelId="{692C02EC-2015-432B-9176-78E3F66DF1A2}" type="pres">
      <dgm:prSet presAssocID="{AD2CAD12-8C35-42E3-80A2-1C417C7AA4D4}" presName="horz1" presStyleCnt="0"/>
      <dgm:spPr/>
    </dgm:pt>
    <dgm:pt modelId="{C4E1E8C2-6EDE-444A-A6C9-A1DC9BCFBA63}" type="pres">
      <dgm:prSet presAssocID="{AD2CAD12-8C35-42E3-80A2-1C417C7AA4D4}" presName="tx1" presStyleLbl="revTx" presStyleIdx="8" presStyleCnt="9"/>
      <dgm:spPr/>
    </dgm:pt>
    <dgm:pt modelId="{22427919-90CB-455A-8F9D-023100BC76EB}" type="pres">
      <dgm:prSet presAssocID="{AD2CAD12-8C35-42E3-80A2-1C417C7AA4D4}" presName="vert1" presStyleCnt="0"/>
      <dgm:spPr/>
    </dgm:pt>
  </dgm:ptLst>
  <dgm:cxnLst>
    <dgm:cxn modelId="{56C82B0F-1C57-4988-BE94-BE2412343E5B}" type="presOf" srcId="{8EA46CD1-68F5-4374-801D-F2166F59EC6B}" destId="{4491F66B-7533-407F-90C5-243B98FD1642}" srcOrd="0" destOrd="0" presId="urn:microsoft.com/office/officeart/2008/layout/LinedList"/>
    <dgm:cxn modelId="{81E2BD16-C584-472B-8408-C85037ABBED9}" type="presOf" srcId="{724B9382-AB50-4D8C-959B-D847D4710574}" destId="{DB8F47A6-F499-421D-B69C-1F3C051DD7F9}" srcOrd="0" destOrd="0" presId="urn:microsoft.com/office/officeart/2008/layout/LinedList"/>
    <dgm:cxn modelId="{B044A21F-7A07-4C7F-9828-A346EE1840B2}" srcId="{8EA46CD1-68F5-4374-801D-F2166F59EC6B}" destId="{AD2CAD12-8C35-42E3-80A2-1C417C7AA4D4}" srcOrd="8" destOrd="0" parTransId="{2251BEC1-11CC-4B5C-881C-4EACDAEF3B03}" sibTransId="{09402805-EB6B-489E-94B2-616032A3DDD6}"/>
    <dgm:cxn modelId="{928EDA33-A793-461E-B568-4EA5104CD6B2}" type="presOf" srcId="{DFCEF9FB-DB39-4BA0-8014-142FF67A6BB2}" destId="{3170E523-AD62-4EE2-B0F6-973C1BDD39F9}" srcOrd="0" destOrd="0" presId="urn:microsoft.com/office/officeart/2008/layout/LinedList"/>
    <dgm:cxn modelId="{7285AB39-F374-4450-A757-F26CFFEB54B7}" type="presOf" srcId="{20556C6D-FD09-49BD-84CB-9ED3684E21AD}" destId="{D341E76A-F4CA-4B05-94D2-3CD348C0DCCD}" srcOrd="0" destOrd="0" presId="urn:microsoft.com/office/officeart/2008/layout/LinedList"/>
    <dgm:cxn modelId="{4FEAB568-50F2-4BFA-AA27-B213546D5722}" type="presOf" srcId="{49A63465-18AB-4569-B48C-4545FC6D3870}" destId="{A82E24C3-0E16-4AE1-BBD2-0BFF050F7766}" srcOrd="0" destOrd="0" presId="urn:microsoft.com/office/officeart/2008/layout/LinedList"/>
    <dgm:cxn modelId="{BC4ADF57-C5CF-4111-B68B-C6D906EA2F58}" srcId="{8EA46CD1-68F5-4374-801D-F2166F59EC6B}" destId="{072B2B2B-002E-4C58-A14D-FC483A43C678}" srcOrd="0" destOrd="0" parTransId="{549870DD-4FB9-4CB8-8C54-44C0DB8FCBD4}" sibTransId="{F090C479-5E4B-4BFE-8220-E0D176B76692}"/>
    <dgm:cxn modelId="{16C6FF7A-A50E-4B55-8C40-569FD4CFC5C5}" type="presOf" srcId="{072B2B2B-002E-4C58-A14D-FC483A43C678}" destId="{5563BFC3-3148-4528-8A8E-4BB50CEAF25F}" srcOrd="0" destOrd="0" presId="urn:microsoft.com/office/officeart/2008/layout/LinedList"/>
    <dgm:cxn modelId="{17353983-18DA-4493-A80C-CBE0038615B2}" type="presOf" srcId="{79268960-AB5F-48AD-AAE4-D4CC88AE8F0D}" destId="{30E076A2-525B-4861-A2FC-EC3444BC5C09}" srcOrd="0" destOrd="0" presId="urn:microsoft.com/office/officeart/2008/layout/LinedList"/>
    <dgm:cxn modelId="{B9B3AD93-FA59-49C5-95E1-26D3211AB373}" srcId="{8EA46CD1-68F5-4374-801D-F2166F59EC6B}" destId="{49A63465-18AB-4569-B48C-4545FC6D3870}" srcOrd="5" destOrd="0" parTransId="{F8521521-9B4B-4B8D-A245-2182D9A4C6B0}" sibTransId="{90E6370B-4CBB-4364-B4C9-4B12883AC323}"/>
    <dgm:cxn modelId="{C52D4F9B-19F3-4ADF-A5F4-A7B33D93FDC1}" srcId="{8EA46CD1-68F5-4374-801D-F2166F59EC6B}" destId="{79268960-AB5F-48AD-AAE4-D4CC88AE8F0D}" srcOrd="2" destOrd="0" parTransId="{F75A6AD2-B8CB-4661-A4AA-2BFFB74B965E}" sibTransId="{DC72964F-57E2-40EC-B2CB-E028F4C00301}"/>
    <dgm:cxn modelId="{81C5309E-D789-4590-989D-43E5FFB06FF2}" type="presOf" srcId="{AD2CAD12-8C35-42E3-80A2-1C417C7AA4D4}" destId="{C4E1E8C2-6EDE-444A-A6C9-A1DC9BCFBA63}" srcOrd="0" destOrd="0" presId="urn:microsoft.com/office/officeart/2008/layout/LinedList"/>
    <dgm:cxn modelId="{5C9972A1-9CD7-4BCA-8337-8DFFB11D94BF}" type="presOf" srcId="{5A875681-1987-451E-AF93-98A49F28546D}" destId="{EC639768-71CD-4AE6-A804-1CEED9EEED23}" srcOrd="0" destOrd="0" presId="urn:microsoft.com/office/officeart/2008/layout/LinedList"/>
    <dgm:cxn modelId="{ABE212B3-83A1-4202-98F3-E818DEDA44EC}" type="presOf" srcId="{DDB7E643-170F-4310-802F-83EF92642EDD}" destId="{11A6256B-1FD6-413E-94B0-4AD2F72B5114}" srcOrd="0" destOrd="0" presId="urn:microsoft.com/office/officeart/2008/layout/LinedList"/>
    <dgm:cxn modelId="{E13F6FB8-2C21-47DF-8A27-78E55BBAA88C}" srcId="{8EA46CD1-68F5-4374-801D-F2166F59EC6B}" destId="{724B9382-AB50-4D8C-959B-D847D4710574}" srcOrd="3" destOrd="0" parTransId="{88A43F5F-A863-4034-B01C-8BD3F3C9729D}" sibTransId="{F9B30BF1-C837-4E58-B1AC-45A34B52F166}"/>
    <dgm:cxn modelId="{5649E3C0-4FDF-4642-B63F-CEE578AF5730}" srcId="{8EA46CD1-68F5-4374-801D-F2166F59EC6B}" destId="{5A875681-1987-451E-AF93-98A49F28546D}" srcOrd="7" destOrd="0" parTransId="{7315BCBB-EDF3-4F11-A458-003F85A4220F}" sibTransId="{D5D19805-021D-42C8-893A-AEADC03B84ED}"/>
    <dgm:cxn modelId="{913351C8-10C9-47D9-A439-5BB92932544C}" srcId="{8EA46CD1-68F5-4374-801D-F2166F59EC6B}" destId="{DDB7E643-170F-4310-802F-83EF92642EDD}" srcOrd="1" destOrd="0" parTransId="{45FCEA50-BDA9-4F11-9827-27A0175B0140}" sibTransId="{7A1539E9-195A-4B60-9932-01512D8B0407}"/>
    <dgm:cxn modelId="{EB4800DA-7EA2-4F52-934D-9CF22F23581F}" srcId="{8EA46CD1-68F5-4374-801D-F2166F59EC6B}" destId="{DFCEF9FB-DB39-4BA0-8014-142FF67A6BB2}" srcOrd="4" destOrd="0" parTransId="{0837C1FB-7F01-423A-B7E8-766C6B523759}" sibTransId="{EC2743D5-E1CA-4AF3-BD3D-6167E1DA7483}"/>
    <dgm:cxn modelId="{1D30F6DA-D863-4BFA-8681-125F11BA0D4F}" srcId="{8EA46CD1-68F5-4374-801D-F2166F59EC6B}" destId="{20556C6D-FD09-49BD-84CB-9ED3684E21AD}" srcOrd="6" destOrd="0" parTransId="{15378410-46B5-4C1F-A4A8-51742B3822AC}" sibTransId="{AB64E1A5-76EB-4A40-AB2F-FA58BF0433B5}"/>
    <dgm:cxn modelId="{9EB3035B-988D-4AFD-B728-546A058DE169}" type="presParOf" srcId="{4491F66B-7533-407F-90C5-243B98FD1642}" destId="{DEED1A12-7259-4463-B06C-3CADD6B1F96D}" srcOrd="0" destOrd="0" presId="urn:microsoft.com/office/officeart/2008/layout/LinedList"/>
    <dgm:cxn modelId="{18052D1D-D95F-488B-A32F-465AEFE17B95}" type="presParOf" srcId="{4491F66B-7533-407F-90C5-243B98FD1642}" destId="{17012F88-C419-431D-898D-247050507AB4}" srcOrd="1" destOrd="0" presId="urn:microsoft.com/office/officeart/2008/layout/LinedList"/>
    <dgm:cxn modelId="{E5CD2596-211F-45B2-B9E0-E7BD57472DAE}" type="presParOf" srcId="{17012F88-C419-431D-898D-247050507AB4}" destId="{5563BFC3-3148-4528-8A8E-4BB50CEAF25F}" srcOrd="0" destOrd="0" presId="urn:microsoft.com/office/officeart/2008/layout/LinedList"/>
    <dgm:cxn modelId="{A37D1A81-F4AE-4CD0-A93F-5FF97EF85C8E}" type="presParOf" srcId="{17012F88-C419-431D-898D-247050507AB4}" destId="{23C10B23-13E8-4DD0-84AC-3B10D060FC65}" srcOrd="1" destOrd="0" presId="urn:microsoft.com/office/officeart/2008/layout/LinedList"/>
    <dgm:cxn modelId="{0970C220-EA23-4032-85C5-9468E5AFA160}" type="presParOf" srcId="{4491F66B-7533-407F-90C5-243B98FD1642}" destId="{9D1F4FED-8A70-4983-8FB3-841E25A49273}" srcOrd="2" destOrd="0" presId="urn:microsoft.com/office/officeart/2008/layout/LinedList"/>
    <dgm:cxn modelId="{238F95D1-FC39-4EFC-B697-8E252D7F072A}" type="presParOf" srcId="{4491F66B-7533-407F-90C5-243B98FD1642}" destId="{5575DCAB-DA3B-451E-A773-E9426B69DCA2}" srcOrd="3" destOrd="0" presId="urn:microsoft.com/office/officeart/2008/layout/LinedList"/>
    <dgm:cxn modelId="{C9E99A43-6F74-47CE-9E9B-7B895C28AFF1}" type="presParOf" srcId="{5575DCAB-DA3B-451E-A773-E9426B69DCA2}" destId="{11A6256B-1FD6-413E-94B0-4AD2F72B5114}" srcOrd="0" destOrd="0" presId="urn:microsoft.com/office/officeart/2008/layout/LinedList"/>
    <dgm:cxn modelId="{D63BB232-8E84-470A-9245-60ADD47A43AA}" type="presParOf" srcId="{5575DCAB-DA3B-451E-A773-E9426B69DCA2}" destId="{D5C5BAC7-F7B0-42C0-A7F6-861AA1B1A301}" srcOrd="1" destOrd="0" presId="urn:microsoft.com/office/officeart/2008/layout/LinedList"/>
    <dgm:cxn modelId="{F1327D6D-E426-46FE-80B4-AE5DC3A92623}" type="presParOf" srcId="{4491F66B-7533-407F-90C5-243B98FD1642}" destId="{FE747D9F-D171-44FD-997B-1AFC8C3EC6B6}" srcOrd="4" destOrd="0" presId="urn:microsoft.com/office/officeart/2008/layout/LinedList"/>
    <dgm:cxn modelId="{A714D782-74CD-4BC4-975A-198F27971E2B}" type="presParOf" srcId="{4491F66B-7533-407F-90C5-243B98FD1642}" destId="{71E37026-D1DA-4FE3-AD36-D9744EE92114}" srcOrd="5" destOrd="0" presId="urn:microsoft.com/office/officeart/2008/layout/LinedList"/>
    <dgm:cxn modelId="{F03656BD-9D55-44D9-ADC6-EFE42AAB9FF6}" type="presParOf" srcId="{71E37026-D1DA-4FE3-AD36-D9744EE92114}" destId="{30E076A2-525B-4861-A2FC-EC3444BC5C09}" srcOrd="0" destOrd="0" presId="urn:microsoft.com/office/officeart/2008/layout/LinedList"/>
    <dgm:cxn modelId="{174F8CF6-6FCC-479D-9E10-64F7020C7DB0}" type="presParOf" srcId="{71E37026-D1DA-4FE3-AD36-D9744EE92114}" destId="{C73466EF-6CAE-4B52-B08C-E6CF7631D3A9}" srcOrd="1" destOrd="0" presId="urn:microsoft.com/office/officeart/2008/layout/LinedList"/>
    <dgm:cxn modelId="{68241B0E-A963-40D7-BD66-B57CA8778FF9}" type="presParOf" srcId="{4491F66B-7533-407F-90C5-243B98FD1642}" destId="{03FB0312-4FFB-4C41-9AC6-AD669709D31F}" srcOrd="6" destOrd="0" presId="urn:microsoft.com/office/officeart/2008/layout/LinedList"/>
    <dgm:cxn modelId="{0D97628D-12EE-427B-83EF-E6D5752AC197}" type="presParOf" srcId="{4491F66B-7533-407F-90C5-243B98FD1642}" destId="{0DF45D15-5310-49EA-AE88-4C08593CB83B}" srcOrd="7" destOrd="0" presId="urn:microsoft.com/office/officeart/2008/layout/LinedList"/>
    <dgm:cxn modelId="{8AFFC899-54C6-413B-9D09-35816C72C556}" type="presParOf" srcId="{0DF45D15-5310-49EA-AE88-4C08593CB83B}" destId="{DB8F47A6-F499-421D-B69C-1F3C051DD7F9}" srcOrd="0" destOrd="0" presId="urn:microsoft.com/office/officeart/2008/layout/LinedList"/>
    <dgm:cxn modelId="{F4532F4B-F847-4926-8EF1-EA6ACE124479}" type="presParOf" srcId="{0DF45D15-5310-49EA-AE88-4C08593CB83B}" destId="{D9F816CB-291E-4423-858D-52DE2FA91AA2}" srcOrd="1" destOrd="0" presId="urn:microsoft.com/office/officeart/2008/layout/LinedList"/>
    <dgm:cxn modelId="{FF5786D0-CE8C-441F-8D68-91390C3ECBF8}" type="presParOf" srcId="{4491F66B-7533-407F-90C5-243B98FD1642}" destId="{A4BCA946-190C-4A96-8EED-14339716ADAB}" srcOrd="8" destOrd="0" presId="urn:microsoft.com/office/officeart/2008/layout/LinedList"/>
    <dgm:cxn modelId="{ADEBF1A0-4A71-4E58-BAC1-25A014040731}" type="presParOf" srcId="{4491F66B-7533-407F-90C5-243B98FD1642}" destId="{68917CA3-B835-4F96-BD17-ACC1C78CE754}" srcOrd="9" destOrd="0" presId="urn:microsoft.com/office/officeart/2008/layout/LinedList"/>
    <dgm:cxn modelId="{1784E0B8-718E-4F1D-A0CF-DFDA54ACA8C9}" type="presParOf" srcId="{68917CA3-B835-4F96-BD17-ACC1C78CE754}" destId="{3170E523-AD62-4EE2-B0F6-973C1BDD39F9}" srcOrd="0" destOrd="0" presId="urn:microsoft.com/office/officeart/2008/layout/LinedList"/>
    <dgm:cxn modelId="{5901D343-46E5-4B26-A4F8-B503D98AB785}" type="presParOf" srcId="{68917CA3-B835-4F96-BD17-ACC1C78CE754}" destId="{D3CCEC1C-F534-4775-ADAC-0090AAD8B18C}" srcOrd="1" destOrd="0" presId="urn:microsoft.com/office/officeart/2008/layout/LinedList"/>
    <dgm:cxn modelId="{EE98F129-2D84-4FCC-AD79-15F4226C1CFF}" type="presParOf" srcId="{4491F66B-7533-407F-90C5-243B98FD1642}" destId="{AC7EF5ED-F88C-4D98-B711-EF4958CAB5C9}" srcOrd="10" destOrd="0" presId="urn:microsoft.com/office/officeart/2008/layout/LinedList"/>
    <dgm:cxn modelId="{02667144-FBC1-4286-9385-0399543AC932}" type="presParOf" srcId="{4491F66B-7533-407F-90C5-243B98FD1642}" destId="{840CBF93-A0F8-4F6B-BAB8-B3FD3B71DE36}" srcOrd="11" destOrd="0" presId="urn:microsoft.com/office/officeart/2008/layout/LinedList"/>
    <dgm:cxn modelId="{0BBD8015-C2E2-48B4-A806-8A3146832BBD}" type="presParOf" srcId="{840CBF93-A0F8-4F6B-BAB8-B3FD3B71DE36}" destId="{A82E24C3-0E16-4AE1-BBD2-0BFF050F7766}" srcOrd="0" destOrd="0" presId="urn:microsoft.com/office/officeart/2008/layout/LinedList"/>
    <dgm:cxn modelId="{D81AF76C-0374-4D7C-9563-4C491B538B7B}" type="presParOf" srcId="{840CBF93-A0F8-4F6B-BAB8-B3FD3B71DE36}" destId="{10785B12-5779-429F-B51C-504272581276}" srcOrd="1" destOrd="0" presId="urn:microsoft.com/office/officeart/2008/layout/LinedList"/>
    <dgm:cxn modelId="{3B7D4708-F621-4B08-9332-D86D8F7AB330}" type="presParOf" srcId="{4491F66B-7533-407F-90C5-243B98FD1642}" destId="{B86B89B8-5332-4C38-85BC-9D9420395C8B}" srcOrd="12" destOrd="0" presId="urn:microsoft.com/office/officeart/2008/layout/LinedList"/>
    <dgm:cxn modelId="{C564905B-B683-4DB5-9DA6-EB56C9C7775D}" type="presParOf" srcId="{4491F66B-7533-407F-90C5-243B98FD1642}" destId="{7082ABFE-51A5-49D8-B225-A6F5844EA0F4}" srcOrd="13" destOrd="0" presId="urn:microsoft.com/office/officeart/2008/layout/LinedList"/>
    <dgm:cxn modelId="{3A3EE3BB-E809-4D93-93FB-D9E07513449A}" type="presParOf" srcId="{7082ABFE-51A5-49D8-B225-A6F5844EA0F4}" destId="{D341E76A-F4CA-4B05-94D2-3CD348C0DCCD}" srcOrd="0" destOrd="0" presId="urn:microsoft.com/office/officeart/2008/layout/LinedList"/>
    <dgm:cxn modelId="{4D76A71E-68AB-43D7-B06F-AE7CCA84AAF7}" type="presParOf" srcId="{7082ABFE-51A5-49D8-B225-A6F5844EA0F4}" destId="{BFA293FC-5BBD-4724-9D26-7B892BE1780C}" srcOrd="1" destOrd="0" presId="urn:microsoft.com/office/officeart/2008/layout/LinedList"/>
    <dgm:cxn modelId="{FA9F7945-561C-4980-A14C-4D53800E20A6}" type="presParOf" srcId="{4491F66B-7533-407F-90C5-243B98FD1642}" destId="{FFB211C3-A691-4A01-B060-033C01C1D1C2}" srcOrd="14" destOrd="0" presId="urn:microsoft.com/office/officeart/2008/layout/LinedList"/>
    <dgm:cxn modelId="{99104817-124C-4633-8D26-F7E2DF929C31}" type="presParOf" srcId="{4491F66B-7533-407F-90C5-243B98FD1642}" destId="{BD0AAAB9-20A1-40DA-A7D3-D34E408FCC7C}" srcOrd="15" destOrd="0" presId="urn:microsoft.com/office/officeart/2008/layout/LinedList"/>
    <dgm:cxn modelId="{5615D82B-CBC2-4456-AA84-043266F3A9A5}" type="presParOf" srcId="{BD0AAAB9-20A1-40DA-A7D3-D34E408FCC7C}" destId="{EC639768-71CD-4AE6-A804-1CEED9EEED23}" srcOrd="0" destOrd="0" presId="urn:microsoft.com/office/officeart/2008/layout/LinedList"/>
    <dgm:cxn modelId="{20B3EC50-D66A-4801-8FE4-3939669E6C61}" type="presParOf" srcId="{BD0AAAB9-20A1-40DA-A7D3-D34E408FCC7C}" destId="{4BC8E55F-1BCB-4EE0-8FCD-1DF881D50F85}" srcOrd="1" destOrd="0" presId="urn:microsoft.com/office/officeart/2008/layout/LinedList"/>
    <dgm:cxn modelId="{307DC10C-C968-44C4-99EB-7E378D7FC068}" type="presParOf" srcId="{4491F66B-7533-407F-90C5-243B98FD1642}" destId="{27507003-BF8E-4482-BB3B-D7EF1FC66BB8}" srcOrd="16" destOrd="0" presId="urn:microsoft.com/office/officeart/2008/layout/LinedList"/>
    <dgm:cxn modelId="{A373220A-2E0B-4CB6-8A83-D7BE410EF458}" type="presParOf" srcId="{4491F66B-7533-407F-90C5-243B98FD1642}" destId="{692C02EC-2015-432B-9176-78E3F66DF1A2}" srcOrd="17" destOrd="0" presId="urn:microsoft.com/office/officeart/2008/layout/LinedList"/>
    <dgm:cxn modelId="{6E43E2F2-7E78-431B-ADFD-935CEEAAD231}" type="presParOf" srcId="{692C02EC-2015-432B-9176-78E3F66DF1A2}" destId="{C4E1E8C2-6EDE-444A-A6C9-A1DC9BCFBA63}" srcOrd="0" destOrd="0" presId="urn:microsoft.com/office/officeart/2008/layout/LinedList"/>
    <dgm:cxn modelId="{A4741584-5837-4171-8BBD-BB0010CEB889}" type="presParOf" srcId="{692C02EC-2015-432B-9176-78E3F66DF1A2}" destId="{22427919-90CB-455A-8F9D-023100BC76E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EA46CD1-68F5-4374-801D-F2166F59EC6B}" type="doc">
      <dgm:prSet loTypeId="urn:microsoft.com/office/officeart/2008/layout/LinedList" loCatId="list" qsTypeId="urn:microsoft.com/office/officeart/2005/8/quickstyle/simple1#3" qsCatId="simple" csTypeId="urn:microsoft.com/office/officeart/2005/8/colors/accent2_1#3" csCatId="accent2" phldr="1"/>
      <dgm:spPr/>
      <dgm:t>
        <a:bodyPr/>
        <a:lstStyle/>
        <a:p>
          <a:endParaRPr lang="en-CA"/>
        </a:p>
      </dgm:t>
    </dgm:pt>
    <dgm:pt modelId="{BF4B5BAD-C14A-48FE-BCF2-7407B76312CE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Master once, use many.</a:t>
          </a:r>
          <a:r>
            <a:rPr lang="en-CA" b="0" i="0"/>
            <a:t> MDM holds the golden records (Customer, Advisor, Product) with clear stewardship and match rules.</a:t>
          </a:r>
          <a:endParaRPr lang="en-CA" b="1" i="0"/>
        </a:p>
      </dgm:t>
    </dgm:pt>
    <dgm:pt modelId="{AD4B9966-6E40-4831-9067-3F043CED1C3C}" type="parTrans" cxnId="{B58E9699-EE94-4471-BD4C-3B66B96BC0BB}">
      <dgm:prSet/>
      <dgm:spPr/>
      <dgm:t>
        <a:bodyPr/>
        <a:lstStyle/>
        <a:p>
          <a:endParaRPr lang="en-CA"/>
        </a:p>
      </dgm:t>
    </dgm:pt>
    <dgm:pt modelId="{5B1017A6-B3B3-4662-A451-5C3E6574D237}" type="sibTrans" cxnId="{B58E9699-EE94-4471-BD4C-3B66B96BC0BB}">
      <dgm:prSet/>
      <dgm:spPr/>
      <dgm:t>
        <a:bodyPr/>
        <a:lstStyle/>
        <a:p>
          <a:endParaRPr lang="en-CA"/>
        </a:p>
      </dgm:t>
    </dgm:pt>
    <dgm:pt modelId="{653BE024-2A2E-4FDF-8EC6-F1E771AAD242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Graph adds context.</a:t>
          </a:r>
          <a:r>
            <a:rPr lang="en-CA" b="0" i="0"/>
            <a:t> Use knowledge graphs for relationships, rules, and institutional knowledge you need for reasoning and explainability.</a:t>
          </a:r>
          <a:endParaRPr lang="en-CA" b="1" i="0"/>
        </a:p>
      </dgm:t>
    </dgm:pt>
    <dgm:pt modelId="{53FBC9EB-00B2-4CA8-9D2F-234506BDA504}" type="parTrans" cxnId="{019519DC-889E-425E-BB0F-71B5589B5831}">
      <dgm:prSet/>
      <dgm:spPr/>
      <dgm:t>
        <a:bodyPr/>
        <a:lstStyle/>
        <a:p>
          <a:endParaRPr lang="en-CA"/>
        </a:p>
      </dgm:t>
    </dgm:pt>
    <dgm:pt modelId="{8F30BFC3-DE3B-4F59-AAD2-A2EF8E1E2C23}" type="sibTrans" cxnId="{019519DC-889E-425E-BB0F-71B5589B5831}">
      <dgm:prSet/>
      <dgm:spPr/>
      <dgm:t>
        <a:bodyPr/>
        <a:lstStyle/>
        <a:p>
          <a:endParaRPr lang="en-CA"/>
        </a:p>
      </dgm:t>
    </dgm:pt>
    <dgm:pt modelId="{4CF6EA55-F51C-4406-89FD-5E0973C5853D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Vectors power retrieval.</a:t>
          </a:r>
          <a:r>
            <a:rPr lang="en-CA" b="0" i="0"/>
            <a:t> Keep embeddings in domain partitions with access controls; use them for secure RAG and semantic search.</a:t>
          </a:r>
          <a:endParaRPr lang="en-CA" b="1" i="0"/>
        </a:p>
      </dgm:t>
    </dgm:pt>
    <dgm:pt modelId="{0F397F47-BCAA-4269-A7FA-75F0B202B3E9}" type="parTrans" cxnId="{0C4A9C38-0B7E-4BA0-B54F-5281B02DF92B}">
      <dgm:prSet/>
      <dgm:spPr/>
      <dgm:t>
        <a:bodyPr/>
        <a:lstStyle/>
        <a:p>
          <a:endParaRPr lang="en-CA"/>
        </a:p>
      </dgm:t>
    </dgm:pt>
    <dgm:pt modelId="{B6579A79-2E05-4966-AA59-14D54804206D}" type="sibTrans" cxnId="{0C4A9C38-0B7E-4BA0-B54F-5281B02DF92B}">
      <dgm:prSet/>
      <dgm:spPr/>
      <dgm:t>
        <a:bodyPr/>
        <a:lstStyle/>
        <a:p>
          <a:endParaRPr lang="en-CA"/>
        </a:p>
      </dgm:t>
    </dgm:pt>
    <dgm:pt modelId="{41BA7B4E-93FB-4FA6-BEC8-9C294991D201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Enforce policies at run‑time.</a:t>
          </a:r>
          <a:r>
            <a:rPr lang="en-CA" b="0" i="0"/>
            <a:t> Authorization and filtering happen dynamically when data is used- not only when it’s stored.</a:t>
          </a:r>
          <a:endParaRPr lang="en-CA" b="1" i="0"/>
        </a:p>
      </dgm:t>
    </dgm:pt>
    <dgm:pt modelId="{69696D8D-0AED-44F2-879F-EE34504E779D}" type="parTrans" cxnId="{B5D8E11B-686E-4429-90C7-3BB4E84A564D}">
      <dgm:prSet/>
      <dgm:spPr/>
      <dgm:t>
        <a:bodyPr/>
        <a:lstStyle/>
        <a:p>
          <a:endParaRPr lang="en-CA"/>
        </a:p>
      </dgm:t>
    </dgm:pt>
    <dgm:pt modelId="{7CA641FE-0A38-495E-8D03-12C26CDB8C33}" type="sibTrans" cxnId="{B5D8E11B-686E-4429-90C7-3BB4E84A564D}">
      <dgm:prSet/>
      <dgm:spPr/>
      <dgm:t>
        <a:bodyPr/>
        <a:lstStyle/>
        <a:p>
          <a:endParaRPr lang="en-CA"/>
        </a:p>
      </dgm:t>
    </dgm:pt>
    <dgm:pt modelId="{831CEC0C-8999-4D9C-97FD-4D68AF6666E8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Plan for change.</a:t>
          </a:r>
          <a:r>
            <a:rPr lang="en-CA" b="0" i="0"/>
            <a:t> Schema evolution is controlled and tested; consumers get notice and safe rollout windows.</a:t>
          </a:r>
          <a:endParaRPr lang="en-CA" b="1" i="0"/>
        </a:p>
      </dgm:t>
    </dgm:pt>
    <dgm:pt modelId="{39E3E81D-B6AA-4B7D-B061-D201FFFE6D2D}" type="parTrans" cxnId="{294C0C16-C3A6-4AE7-A18F-2C5D6284883D}">
      <dgm:prSet/>
      <dgm:spPr/>
      <dgm:t>
        <a:bodyPr/>
        <a:lstStyle/>
        <a:p>
          <a:endParaRPr lang="en-CA"/>
        </a:p>
      </dgm:t>
    </dgm:pt>
    <dgm:pt modelId="{CF055D3E-0C9F-463F-B477-0EB6A8AD3C48}" type="sibTrans" cxnId="{294C0C16-C3A6-4AE7-A18F-2C5D6284883D}">
      <dgm:prSet/>
      <dgm:spPr/>
      <dgm:t>
        <a:bodyPr/>
        <a:lstStyle/>
        <a:p>
          <a:endParaRPr lang="en-CA"/>
        </a:p>
      </dgm:t>
    </dgm:pt>
    <dgm:pt modelId="{9B41058A-6D5D-492D-A2AF-7A30154EBF93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Dispose responsibly.</a:t>
          </a:r>
          <a:r>
            <a:rPr lang="en-CA" b="0" i="0"/>
            <a:t> Retention and deletion are automated and auditable for all repository types (including vectors and graphs).</a:t>
          </a:r>
          <a:endParaRPr lang="en-CA" b="1" i="0"/>
        </a:p>
      </dgm:t>
    </dgm:pt>
    <dgm:pt modelId="{B636CEAE-F81C-49A9-8863-E8966F67656B}" type="parTrans" cxnId="{29FA30E0-9F02-43AB-9F24-4AD82C170019}">
      <dgm:prSet/>
      <dgm:spPr/>
      <dgm:t>
        <a:bodyPr/>
        <a:lstStyle/>
        <a:p>
          <a:endParaRPr lang="en-CA"/>
        </a:p>
      </dgm:t>
    </dgm:pt>
    <dgm:pt modelId="{2E7B63FA-9261-48A0-9B61-F50EDA06E6E6}" type="sibTrans" cxnId="{29FA30E0-9F02-43AB-9F24-4AD82C170019}">
      <dgm:prSet/>
      <dgm:spPr/>
      <dgm:t>
        <a:bodyPr/>
        <a:lstStyle/>
        <a:p>
          <a:endParaRPr lang="en-CA"/>
        </a:p>
      </dgm:t>
    </dgm:pt>
    <dgm:pt modelId="{1E88609B-EE5B-489D-9E56-F3057C49BBEE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Authoritative sources</a:t>
          </a:r>
          <a:r>
            <a:rPr lang="en-CA" b="0" i="0"/>
            <a:t>: </a:t>
          </a:r>
          <a:r>
            <a:rPr lang="en-CA"/>
            <a:t>Assign a single system of record for each critical data element (CDE) or entity. Book of Record (</a:t>
          </a:r>
          <a:r>
            <a:rPr lang="en-CA" err="1"/>
            <a:t>BoR</a:t>
          </a:r>
          <a:r>
            <a:rPr lang="en-CA"/>
            <a:t>) is always the first point of data lineage. Data marts, Data Lake, and ODS cannot be treated as </a:t>
          </a:r>
          <a:r>
            <a:rPr lang="en-CA" err="1"/>
            <a:t>BoR</a:t>
          </a:r>
          <a:r>
            <a:rPr lang="en-CA"/>
            <a:t> but can be certified as Derived Records. Mastered Records are governed in MDM.</a:t>
          </a:r>
          <a:endParaRPr lang="en-CA" b="0" i="0"/>
        </a:p>
      </dgm:t>
    </dgm:pt>
    <dgm:pt modelId="{F8EDA26F-B89C-49F5-A8D0-A5BE71DF7FC8}" type="parTrans" cxnId="{132A4FDE-75F3-427D-B324-73256A6EC02B}">
      <dgm:prSet/>
      <dgm:spPr/>
      <dgm:t>
        <a:bodyPr/>
        <a:lstStyle/>
        <a:p>
          <a:endParaRPr lang="en-CA"/>
        </a:p>
      </dgm:t>
    </dgm:pt>
    <dgm:pt modelId="{0EDEF64F-80DA-45BE-937A-F0A89FD1D282}" type="sibTrans" cxnId="{132A4FDE-75F3-427D-B324-73256A6EC02B}">
      <dgm:prSet/>
      <dgm:spPr/>
      <dgm:t>
        <a:bodyPr/>
        <a:lstStyle/>
        <a:p>
          <a:endParaRPr lang="en-CA"/>
        </a:p>
      </dgm:t>
    </dgm:pt>
    <dgm:pt modelId="{6C89DD63-536E-4D53-85E8-75713AFC780A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Mastered data sources</a:t>
          </a:r>
          <a:r>
            <a:rPr lang="en-CA" b="0" i="0"/>
            <a:t>: Governed MDM hubs for Customers, Advisors, and Products. Federated stewardship for Clients and Prospects.</a:t>
          </a:r>
        </a:p>
      </dgm:t>
    </dgm:pt>
    <dgm:pt modelId="{5AAF76FD-EE6E-43A4-A811-9713CF2C453B}" type="parTrans" cxnId="{AD86F61F-A27F-4E2D-B372-D74FFFE31945}">
      <dgm:prSet/>
      <dgm:spPr/>
      <dgm:t>
        <a:bodyPr/>
        <a:lstStyle/>
        <a:p>
          <a:endParaRPr lang="en-CA"/>
        </a:p>
      </dgm:t>
    </dgm:pt>
    <dgm:pt modelId="{80CFBAD0-516A-4FD7-BA21-029C254A198C}" type="sibTrans" cxnId="{AD86F61F-A27F-4E2D-B372-D74FFFE31945}">
      <dgm:prSet/>
      <dgm:spPr/>
      <dgm:t>
        <a:bodyPr/>
        <a:lstStyle/>
        <a:p>
          <a:endParaRPr lang="en-CA"/>
        </a:p>
      </dgm:t>
    </dgm:pt>
    <dgm:pt modelId="{389565B6-39BE-42B8-A72D-6AFE14C9C033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ODS is operational *, CDP is analytical *.</a:t>
          </a:r>
          <a:r>
            <a:rPr lang="en-CA" b="0" i="0"/>
            <a:t> ODS serves intraday and daily operational reporting in a BU; CDP (the </a:t>
          </a:r>
          <a:r>
            <a:rPr lang="en-CA" b="0" i="0" err="1"/>
            <a:t>lakehouse</a:t>
          </a:r>
          <a:r>
            <a:rPr lang="en-CA" b="0" i="0"/>
            <a:t>) serves cross‑BU analytics and sharing.</a:t>
          </a:r>
        </a:p>
      </dgm:t>
    </dgm:pt>
    <dgm:pt modelId="{9B495B02-C922-4258-A10C-BAB33534DFB0}" type="parTrans" cxnId="{E646BFD7-F215-43E8-9488-9001CD0E0E5E}">
      <dgm:prSet/>
      <dgm:spPr/>
      <dgm:t>
        <a:bodyPr/>
        <a:lstStyle/>
        <a:p>
          <a:endParaRPr lang="en-CA"/>
        </a:p>
      </dgm:t>
    </dgm:pt>
    <dgm:pt modelId="{26130EB7-4697-4AC3-AB12-44C65D22ADCE}" type="sibTrans" cxnId="{E646BFD7-F215-43E8-9488-9001CD0E0E5E}">
      <dgm:prSet/>
      <dgm:spPr/>
      <dgm:t>
        <a:bodyPr/>
        <a:lstStyle/>
        <a:p>
          <a:endParaRPr lang="en-CA"/>
        </a:p>
      </dgm:t>
    </dgm:pt>
    <dgm:pt modelId="{4491F66B-7533-407F-90C5-243B98FD1642}" type="pres">
      <dgm:prSet presAssocID="{8EA46CD1-68F5-4374-801D-F2166F59EC6B}" presName="vert0" presStyleCnt="0">
        <dgm:presLayoutVars>
          <dgm:dir/>
          <dgm:animOne val="branch"/>
          <dgm:animLvl val="lvl"/>
        </dgm:presLayoutVars>
      </dgm:prSet>
      <dgm:spPr/>
    </dgm:pt>
    <dgm:pt modelId="{2FC04351-09D3-427B-866B-21993BBBD390}" type="pres">
      <dgm:prSet presAssocID="{1E88609B-EE5B-489D-9E56-F3057C49BBEE}" presName="thickLine" presStyleLbl="alignNode1" presStyleIdx="0" presStyleCnt="9"/>
      <dgm:spPr/>
    </dgm:pt>
    <dgm:pt modelId="{7FE789FD-1CD4-4D69-AF39-3725C7F5A670}" type="pres">
      <dgm:prSet presAssocID="{1E88609B-EE5B-489D-9E56-F3057C49BBEE}" presName="horz1" presStyleCnt="0"/>
      <dgm:spPr/>
    </dgm:pt>
    <dgm:pt modelId="{7D922327-DE3E-4C64-A9CE-3AF1A196ACC1}" type="pres">
      <dgm:prSet presAssocID="{1E88609B-EE5B-489D-9E56-F3057C49BBEE}" presName="tx1" presStyleLbl="revTx" presStyleIdx="0" presStyleCnt="9"/>
      <dgm:spPr/>
    </dgm:pt>
    <dgm:pt modelId="{74F74EB5-8CA3-4BA1-82D2-9AC2AFC186DE}" type="pres">
      <dgm:prSet presAssocID="{1E88609B-EE5B-489D-9E56-F3057C49BBEE}" presName="vert1" presStyleCnt="0"/>
      <dgm:spPr/>
    </dgm:pt>
    <dgm:pt modelId="{EB099DBB-1CBD-4405-98A0-77F913CC4DB7}" type="pres">
      <dgm:prSet presAssocID="{6C89DD63-536E-4D53-85E8-75713AFC780A}" presName="thickLine" presStyleLbl="alignNode1" presStyleIdx="1" presStyleCnt="9"/>
      <dgm:spPr/>
    </dgm:pt>
    <dgm:pt modelId="{36145EAD-4721-424E-95DD-0FB02F3FD346}" type="pres">
      <dgm:prSet presAssocID="{6C89DD63-536E-4D53-85E8-75713AFC780A}" presName="horz1" presStyleCnt="0"/>
      <dgm:spPr/>
    </dgm:pt>
    <dgm:pt modelId="{8B6063DE-D5B1-44AE-B2BB-1CC6EAA52A21}" type="pres">
      <dgm:prSet presAssocID="{6C89DD63-536E-4D53-85E8-75713AFC780A}" presName="tx1" presStyleLbl="revTx" presStyleIdx="1" presStyleCnt="9"/>
      <dgm:spPr/>
    </dgm:pt>
    <dgm:pt modelId="{1436ACB7-D0D4-44B0-A869-2E40074C6D7A}" type="pres">
      <dgm:prSet presAssocID="{6C89DD63-536E-4D53-85E8-75713AFC780A}" presName="vert1" presStyleCnt="0"/>
      <dgm:spPr/>
    </dgm:pt>
    <dgm:pt modelId="{F84B5CB2-1A0B-43F9-B78F-B52FB010EDA6}" type="pres">
      <dgm:prSet presAssocID="{389565B6-39BE-42B8-A72D-6AFE14C9C033}" presName="thickLine" presStyleLbl="alignNode1" presStyleIdx="2" presStyleCnt="9"/>
      <dgm:spPr/>
    </dgm:pt>
    <dgm:pt modelId="{65A73050-8D78-40DC-B526-031C9CDF9044}" type="pres">
      <dgm:prSet presAssocID="{389565B6-39BE-42B8-A72D-6AFE14C9C033}" presName="horz1" presStyleCnt="0"/>
      <dgm:spPr/>
    </dgm:pt>
    <dgm:pt modelId="{A4ABD392-2011-4E87-9570-56489FAC5A51}" type="pres">
      <dgm:prSet presAssocID="{389565B6-39BE-42B8-A72D-6AFE14C9C033}" presName="tx1" presStyleLbl="revTx" presStyleIdx="2" presStyleCnt="9"/>
      <dgm:spPr/>
    </dgm:pt>
    <dgm:pt modelId="{1862D59D-3D90-43E8-B3AF-B934240A60B9}" type="pres">
      <dgm:prSet presAssocID="{389565B6-39BE-42B8-A72D-6AFE14C9C033}" presName="vert1" presStyleCnt="0"/>
      <dgm:spPr/>
    </dgm:pt>
    <dgm:pt modelId="{7DF7AE7C-10DE-4E1A-93BA-2481046410A7}" type="pres">
      <dgm:prSet presAssocID="{BF4B5BAD-C14A-48FE-BCF2-7407B76312CE}" presName="thickLine" presStyleLbl="alignNode1" presStyleIdx="3" presStyleCnt="9"/>
      <dgm:spPr/>
    </dgm:pt>
    <dgm:pt modelId="{C5B3DA3F-242D-47AA-AA24-4F2CFCD5C938}" type="pres">
      <dgm:prSet presAssocID="{BF4B5BAD-C14A-48FE-BCF2-7407B76312CE}" presName="horz1" presStyleCnt="0"/>
      <dgm:spPr/>
    </dgm:pt>
    <dgm:pt modelId="{1E4B23E6-6EA8-4CBF-B6C8-E456A7B1C4FC}" type="pres">
      <dgm:prSet presAssocID="{BF4B5BAD-C14A-48FE-BCF2-7407B76312CE}" presName="tx1" presStyleLbl="revTx" presStyleIdx="3" presStyleCnt="9"/>
      <dgm:spPr/>
    </dgm:pt>
    <dgm:pt modelId="{E40B6B60-2381-489C-A704-C4FA742BBBB9}" type="pres">
      <dgm:prSet presAssocID="{BF4B5BAD-C14A-48FE-BCF2-7407B76312CE}" presName="vert1" presStyleCnt="0"/>
      <dgm:spPr/>
    </dgm:pt>
    <dgm:pt modelId="{2D50C68F-D2C3-4A48-8B68-CD9F9055E265}" type="pres">
      <dgm:prSet presAssocID="{653BE024-2A2E-4FDF-8EC6-F1E771AAD242}" presName="thickLine" presStyleLbl="alignNode1" presStyleIdx="4" presStyleCnt="9"/>
      <dgm:spPr/>
    </dgm:pt>
    <dgm:pt modelId="{8BD6C611-5E44-4749-AAEE-F550CA1B7598}" type="pres">
      <dgm:prSet presAssocID="{653BE024-2A2E-4FDF-8EC6-F1E771AAD242}" presName="horz1" presStyleCnt="0"/>
      <dgm:spPr/>
    </dgm:pt>
    <dgm:pt modelId="{31EB2475-61F2-4CC2-9F48-BC7B59D014E9}" type="pres">
      <dgm:prSet presAssocID="{653BE024-2A2E-4FDF-8EC6-F1E771AAD242}" presName="tx1" presStyleLbl="revTx" presStyleIdx="4" presStyleCnt="9"/>
      <dgm:spPr/>
    </dgm:pt>
    <dgm:pt modelId="{2F8797A0-55B7-440D-92F0-0894F897F04C}" type="pres">
      <dgm:prSet presAssocID="{653BE024-2A2E-4FDF-8EC6-F1E771AAD242}" presName="vert1" presStyleCnt="0"/>
      <dgm:spPr/>
    </dgm:pt>
    <dgm:pt modelId="{17B81447-A38A-4B16-BCF0-672FC92B4C8D}" type="pres">
      <dgm:prSet presAssocID="{4CF6EA55-F51C-4406-89FD-5E0973C5853D}" presName="thickLine" presStyleLbl="alignNode1" presStyleIdx="5" presStyleCnt="9"/>
      <dgm:spPr/>
    </dgm:pt>
    <dgm:pt modelId="{8CF7C711-F0FB-4D98-878D-351F6651036D}" type="pres">
      <dgm:prSet presAssocID="{4CF6EA55-F51C-4406-89FD-5E0973C5853D}" presName="horz1" presStyleCnt="0"/>
      <dgm:spPr/>
    </dgm:pt>
    <dgm:pt modelId="{67434334-22A7-4725-8DB7-E2E29BCEC992}" type="pres">
      <dgm:prSet presAssocID="{4CF6EA55-F51C-4406-89FD-5E0973C5853D}" presName="tx1" presStyleLbl="revTx" presStyleIdx="5" presStyleCnt="9"/>
      <dgm:spPr/>
    </dgm:pt>
    <dgm:pt modelId="{F7529181-66DF-4031-B5E9-1B6778E73983}" type="pres">
      <dgm:prSet presAssocID="{4CF6EA55-F51C-4406-89FD-5E0973C5853D}" presName="vert1" presStyleCnt="0"/>
      <dgm:spPr/>
    </dgm:pt>
    <dgm:pt modelId="{007A61E6-37FB-461D-854B-2111498A5002}" type="pres">
      <dgm:prSet presAssocID="{41BA7B4E-93FB-4FA6-BEC8-9C294991D201}" presName="thickLine" presStyleLbl="alignNode1" presStyleIdx="6" presStyleCnt="9"/>
      <dgm:spPr/>
    </dgm:pt>
    <dgm:pt modelId="{F6B455CD-BDC8-4FE1-8451-7C3811293CAC}" type="pres">
      <dgm:prSet presAssocID="{41BA7B4E-93FB-4FA6-BEC8-9C294991D201}" presName="horz1" presStyleCnt="0"/>
      <dgm:spPr/>
    </dgm:pt>
    <dgm:pt modelId="{9853113A-E154-4EC4-8CAD-80A96924D339}" type="pres">
      <dgm:prSet presAssocID="{41BA7B4E-93FB-4FA6-BEC8-9C294991D201}" presName="tx1" presStyleLbl="revTx" presStyleIdx="6" presStyleCnt="9"/>
      <dgm:spPr/>
    </dgm:pt>
    <dgm:pt modelId="{EC5E46D4-1212-45F7-8463-7CE647DBC009}" type="pres">
      <dgm:prSet presAssocID="{41BA7B4E-93FB-4FA6-BEC8-9C294991D201}" presName="vert1" presStyleCnt="0"/>
      <dgm:spPr/>
    </dgm:pt>
    <dgm:pt modelId="{56AA31EF-1820-4D86-A6AD-EC8F56D5F79C}" type="pres">
      <dgm:prSet presAssocID="{831CEC0C-8999-4D9C-97FD-4D68AF6666E8}" presName="thickLine" presStyleLbl="alignNode1" presStyleIdx="7" presStyleCnt="9"/>
      <dgm:spPr/>
    </dgm:pt>
    <dgm:pt modelId="{28EBD234-7F8A-4890-B96B-DEFC5A08F1B5}" type="pres">
      <dgm:prSet presAssocID="{831CEC0C-8999-4D9C-97FD-4D68AF6666E8}" presName="horz1" presStyleCnt="0"/>
      <dgm:spPr/>
    </dgm:pt>
    <dgm:pt modelId="{3E008229-082E-432B-B42D-D0C575341468}" type="pres">
      <dgm:prSet presAssocID="{831CEC0C-8999-4D9C-97FD-4D68AF6666E8}" presName="tx1" presStyleLbl="revTx" presStyleIdx="7" presStyleCnt="9"/>
      <dgm:spPr/>
    </dgm:pt>
    <dgm:pt modelId="{67F7603D-78D8-4337-813D-1AE98C75744C}" type="pres">
      <dgm:prSet presAssocID="{831CEC0C-8999-4D9C-97FD-4D68AF6666E8}" presName="vert1" presStyleCnt="0"/>
      <dgm:spPr/>
    </dgm:pt>
    <dgm:pt modelId="{D97FD007-AAE7-4DF4-B3F7-D075F13DA0BA}" type="pres">
      <dgm:prSet presAssocID="{9B41058A-6D5D-492D-A2AF-7A30154EBF93}" presName="thickLine" presStyleLbl="alignNode1" presStyleIdx="8" presStyleCnt="9"/>
      <dgm:spPr/>
    </dgm:pt>
    <dgm:pt modelId="{2C7D817D-9889-4291-9494-C92DA31ED21D}" type="pres">
      <dgm:prSet presAssocID="{9B41058A-6D5D-492D-A2AF-7A30154EBF93}" presName="horz1" presStyleCnt="0"/>
      <dgm:spPr/>
    </dgm:pt>
    <dgm:pt modelId="{55609209-9303-45A8-BC56-C6779C114442}" type="pres">
      <dgm:prSet presAssocID="{9B41058A-6D5D-492D-A2AF-7A30154EBF93}" presName="tx1" presStyleLbl="revTx" presStyleIdx="8" presStyleCnt="9"/>
      <dgm:spPr/>
    </dgm:pt>
    <dgm:pt modelId="{256995DA-493D-4F99-A53A-2B4E083BFE15}" type="pres">
      <dgm:prSet presAssocID="{9B41058A-6D5D-492D-A2AF-7A30154EBF93}" presName="vert1" presStyleCnt="0"/>
      <dgm:spPr/>
    </dgm:pt>
  </dgm:ptLst>
  <dgm:cxnLst>
    <dgm:cxn modelId="{14562C02-2926-42DB-99C6-BD8B3856F176}" type="presOf" srcId="{389565B6-39BE-42B8-A72D-6AFE14C9C033}" destId="{A4ABD392-2011-4E87-9570-56489FAC5A51}" srcOrd="0" destOrd="0" presId="urn:microsoft.com/office/officeart/2008/layout/LinedList"/>
    <dgm:cxn modelId="{56C82B0F-1C57-4988-BE94-BE2412343E5B}" type="presOf" srcId="{8EA46CD1-68F5-4374-801D-F2166F59EC6B}" destId="{4491F66B-7533-407F-90C5-243B98FD1642}" srcOrd="0" destOrd="0" presId="urn:microsoft.com/office/officeart/2008/layout/LinedList"/>
    <dgm:cxn modelId="{294C0C16-C3A6-4AE7-A18F-2C5D6284883D}" srcId="{8EA46CD1-68F5-4374-801D-F2166F59EC6B}" destId="{831CEC0C-8999-4D9C-97FD-4D68AF6666E8}" srcOrd="7" destOrd="0" parTransId="{39E3E81D-B6AA-4B7D-B061-D201FFFE6D2D}" sibTransId="{CF055D3E-0C9F-463F-B477-0EB6A8AD3C48}"/>
    <dgm:cxn modelId="{B5D8E11B-686E-4429-90C7-3BB4E84A564D}" srcId="{8EA46CD1-68F5-4374-801D-F2166F59EC6B}" destId="{41BA7B4E-93FB-4FA6-BEC8-9C294991D201}" srcOrd="6" destOrd="0" parTransId="{69696D8D-0AED-44F2-879F-EE34504E779D}" sibTransId="{7CA641FE-0A38-495E-8D03-12C26CDB8C33}"/>
    <dgm:cxn modelId="{AD86F61F-A27F-4E2D-B372-D74FFFE31945}" srcId="{8EA46CD1-68F5-4374-801D-F2166F59EC6B}" destId="{6C89DD63-536E-4D53-85E8-75713AFC780A}" srcOrd="1" destOrd="0" parTransId="{5AAF76FD-EE6E-43A4-A811-9713CF2C453B}" sibTransId="{80CFBAD0-516A-4FD7-BA21-029C254A198C}"/>
    <dgm:cxn modelId="{C6C80225-A8A8-4041-82A9-39B85FBA3595}" type="presOf" srcId="{6C89DD63-536E-4D53-85E8-75713AFC780A}" destId="{8B6063DE-D5B1-44AE-B2BB-1CC6EAA52A21}" srcOrd="0" destOrd="0" presId="urn:microsoft.com/office/officeart/2008/layout/LinedList"/>
    <dgm:cxn modelId="{8D4AA029-4091-4B72-9B53-5F12628C9B2C}" type="presOf" srcId="{831CEC0C-8999-4D9C-97FD-4D68AF6666E8}" destId="{3E008229-082E-432B-B42D-D0C575341468}" srcOrd="0" destOrd="0" presId="urn:microsoft.com/office/officeart/2008/layout/LinedList"/>
    <dgm:cxn modelId="{0C4A9C38-0B7E-4BA0-B54F-5281B02DF92B}" srcId="{8EA46CD1-68F5-4374-801D-F2166F59EC6B}" destId="{4CF6EA55-F51C-4406-89FD-5E0973C5853D}" srcOrd="5" destOrd="0" parTransId="{0F397F47-BCAA-4269-A7FA-75F0B202B3E9}" sibTransId="{B6579A79-2E05-4966-AA59-14D54804206D}"/>
    <dgm:cxn modelId="{0E865D45-B042-4F56-A6C0-36F59676D78C}" type="presOf" srcId="{BF4B5BAD-C14A-48FE-BCF2-7407B76312CE}" destId="{1E4B23E6-6EA8-4CBF-B6C8-E456A7B1C4FC}" srcOrd="0" destOrd="0" presId="urn:microsoft.com/office/officeart/2008/layout/LinedList"/>
    <dgm:cxn modelId="{1286A073-02ED-4809-A032-764EE702A90D}" type="presOf" srcId="{9B41058A-6D5D-492D-A2AF-7A30154EBF93}" destId="{55609209-9303-45A8-BC56-C6779C114442}" srcOrd="0" destOrd="0" presId="urn:microsoft.com/office/officeart/2008/layout/LinedList"/>
    <dgm:cxn modelId="{96933C81-7E70-4080-B64B-802EB0344A85}" type="presOf" srcId="{41BA7B4E-93FB-4FA6-BEC8-9C294991D201}" destId="{9853113A-E154-4EC4-8CAD-80A96924D339}" srcOrd="0" destOrd="0" presId="urn:microsoft.com/office/officeart/2008/layout/LinedList"/>
    <dgm:cxn modelId="{B58E9699-EE94-4471-BD4C-3B66B96BC0BB}" srcId="{8EA46CD1-68F5-4374-801D-F2166F59EC6B}" destId="{BF4B5BAD-C14A-48FE-BCF2-7407B76312CE}" srcOrd="3" destOrd="0" parTransId="{AD4B9966-6E40-4831-9067-3F043CED1C3C}" sibTransId="{5B1017A6-B3B3-4662-A451-5C3E6574D237}"/>
    <dgm:cxn modelId="{F5F43BD0-A017-43D1-AC7F-ABC8B8171607}" type="presOf" srcId="{1E88609B-EE5B-489D-9E56-F3057C49BBEE}" destId="{7D922327-DE3E-4C64-A9CE-3AF1A196ACC1}" srcOrd="0" destOrd="0" presId="urn:microsoft.com/office/officeart/2008/layout/LinedList"/>
    <dgm:cxn modelId="{E646BFD7-F215-43E8-9488-9001CD0E0E5E}" srcId="{8EA46CD1-68F5-4374-801D-F2166F59EC6B}" destId="{389565B6-39BE-42B8-A72D-6AFE14C9C033}" srcOrd="2" destOrd="0" parTransId="{9B495B02-C922-4258-A10C-BAB33534DFB0}" sibTransId="{26130EB7-4697-4AC3-AB12-44C65D22ADCE}"/>
    <dgm:cxn modelId="{019519DC-889E-425E-BB0F-71B5589B5831}" srcId="{8EA46CD1-68F5-4374-801D-F2166F59EC6B}" destId="{653BE024-2A2E-4FDF-8EC6-F1E771AAD242}" srcOrd="4" destOrd="0" parTransId="{53FBC9EB-00B2-4CA8-9D2F-234506BDA504}" sibTransId="{8F30BFC3-DE3B-4F59-AAD2-A2EF8E1E2C23}"/>
    <dgm:cxn modelId="{132A4FDE-75F3-427D-B324-73256A6EC02B}" srcId="{8EA46CD1-68F5-4374-801D-F2166F59EC6B}" destId="{1E88609B-EE5B-489D-9E56-F3057C49BBEE}" srcOrd="0" destOrd="0" parTransId="{F8EDA26F-B89C-49F5-A8D0-A5BE71DF7FC8}" sibTransId="{0EDEF64F-80DA-45BE-937A-F0A89FD1D282}"/>
    <dgm:cxn modelId="{29FA30E0-9F02-43AB-9F24-4AD82C170019}" srcId="{8EA46CD1-68F5-4374-801D-F2166F59EC6B}" destId="{9B41058A-6D5D-492D-A2AF-7A30154EBF93}" srcOrd="8" destOrd="0" parTransId="{B636CEAE-F81C-49A9-8863-E8966F67656B}" sibTransId="{2E7B63FA-9261-48A0-9B61-F50EDA06E6E6}"/>
    <dgm:cxn modelId="{58CC0FEF-3402-4FB3-91F1-0D4C6B0CB40F}" type="presOf" srcId="{4CF6EA55-F51C-4406-89FD-5E0973C5853D}" destId="{67434334-22A7-4725-8DB7-E2E29BCEC992}" srcOrd="0" destOrd="0" presId="urn:microsoft.com/office/officeart/2008/layout/LinedList"/>
    <dgm:cxn modelId="{112B49F6-25F8-472F-86CA-88D2D37ACA67}" type="presOf" srcId="{653BE024-2A2E-4FDF-8EC6-F1E771AAD242}" destId="{31EB2475-61F2-4CC2-9F48-BC7B59D014E9}" srcOrd="0" destOrd="0" presId="urn:microsoft.com/office/officeart/2008/layout/LinedList"/>
    <dgm:cxn modelId="{83D259A8-710E-40F1-BF66-23B9D8783249}" type="presParOf" srcId="{4491F66B-7533-407F-90C5-243B98FD1642}" destId="{2FC04351-09D3-427B-866B-21993BBBD390}" srcOrd="0" destOrd="0" presId="urn:microsoft.com/office/officeart/2008/layout/LinedList"/>
    <dgm:cxn modelId="{18657D9D-C17D-4674-9CD7-D0D54FA7B59B}" type="presParOf" srcId="{4491F66B-7533-407F-90C5-243B98FD1642}" destId="{7FE789FD-1CD4-4D69-AF39-3725C7F5A670}" srcOrd="1" destOrd="0" presId="urn:microsoft.com/office/officeart/2008/layout/LinedList"/>
    <dgm:cxn modelId="{8EA966BC-EF8E-4511-A8C5-BCB26AA94622}" type="presParOf" srcId="{7FE789FD-1CD4-4D69-AF39-3725C7F5A670}" destId="{7D922327-DE3E-4C64-A9CE-3AF1A196ACC1}" srcOrd="0" destOrd="0" presId="urn:microsoft.com/office/officeart/2008/layout/LinedList"/>
    <dgm:cxn modelId="{3D499AA8-18A2-45E6-A1E5-92822AE8D2B0}" type="presParOf" srcId="{7FE789FD-1CD4-4D69-AF39-3725C7F5A670}" destId="{74F74EB5-8CA3-4BA1-82D2-9AC2AFC186DE}" srcOrd="1" destOrd="0" presId="urn:microsoft.com/office/officeart/2008/layout/LinedList"/>
    <dgm:cxn modelId="{9C07946D-AA60-4150-BBAF-26E19A8A40A7}" type="presParOf" srcId="{4491F66B-7533-407F-90C5-243B98FD1642}" destId="{EB099DBB-1CBD-4405-98A0-77F913CC4DB7}" srcOrd="2" destOrd="0" presId="urn:microsoft.com/office/officeart/2008/layout/LinedList"/>
    <dgm:cxn modelId="{AAD6B08C-8DF7-40D7-B1D8-E5C04C4A72EA}" type="presParOf" srcId="{4491F66B-7533-407F-90C5-243B98FD1642}" destId="{36145EAD-4721-424E-95DD-0FB02F3FD346}" srcOrd="3" destOrd="0" presId="urn:microsoft.com/office/officeart/2008/layout/LinedList"/>
    <dgm:cxn modelId="{2E7036EB-D912-481C-8FEA-5565A14FFE0E}" type="presParOf" srcId="{36145EAD-4721-424E-95DD-0FB02F3FD346}" destId="{8B6063DE-D5B1-44AE-B2BB-1CC6EAA52A21}" srcOrd="0" destOrd="0" presId="urn:microsoft.com/office/officeart/2008/layout/LinedList"/>
    <dgm:cxn modelId="{787FE4D5-950F-4604-97EA-00AD32B907B8}" type="presParOf" srcId="{36145EAD-4721-424E-95DD-0FB02F3FD346}" destId="{1436ACB7-D0D4-44B0-A869-2E40074C6D7A}" srcOrd="1" destOrd="0" presId="urn:microsoft.com/office/officeart/2008/layout/LinedList"/>
    <dgm:cxn modelId="{B52968FA-F923-46AF-969E-8E1A7511FF5C}" type="presParOf" srcId="{4491F66B-7533-407F-90C5-243B98FD1642}" destId="{F84B5CB2-1A0B-43F9-B78F-B52FB010EDA6}" srcOrd="4" destOrd="0" presId="urn:microsoft.com/office/officeart/2008/layout/LinedList"/>
    <dgm:cxn modelId="{5ECBAB3E-863F-4CFF-8D0C-1DC27E69742B}" type="presParOf" srcId="{4491F66B-7533-407F-90C5-243B98FD1642}" destId="{65A73050-8D78-40DC-B526-031C9CDF9044}" srcOrd="5" destOrd="0" presId="urn:microsoft.com/office/officeart/2008/layout/LinedList"/>
    <dgm:cxn modelId="{8C5CB046-B72F-4028-A87A-4343A1959556}" type="presParOf" srcId="{65A73050-8D78-40DC-B526-031C9CDF9044}" destId="{A4ABD392-2011-4E87-9570-56489FAC5A51}" srcOrd="0" destOrd="0" presId="urn:microsoft.com/office/officeart/2008/layout/LinedList"/>
    <dgm:cxn modelId="{2B977AC8-217C-4E88-9F3E-6BAE0620EDAD}" type="presParOf" srcId="{65A73050-8D78-40DC-B526-031C9CDF9044}" destId="{1862D59D-3D90-43E8-B3AF-B934240A60B9}" srcOrd="1" destOrd="0" presId="urn:microsoft.com/office/officeart/2008/layout/LinedList"/>
    <dgm:cxn modelId="{ECC73636-85EE-466D-9DEF-291EBFDBD92E}" type="presParOf" srcId="{4491F66B-7533-407F-90C5-243B98FD1642}" destId="{7DF7AE7C-10DE-4E1A-93BA-2481046410A7}" srcOrd="6" destOrd="0" presId="urn:microsoft.com/office/officeart/2008/layout/LinedList"/>
    <dgm:cxn modelId="{165DF5FD-494A-4A84-8709-69C5CD280142}" type="presParOf" srcId="{4491F66B-7533-407F-90C5-243B98FD1642}" destId="{C5B3DA3F-242D-47AA-AA24-4F2CFCD5C938}" srcOrd="7" destOrd="0" presId="urn:microsoft.com/office/officeart/2008/layout/LinedList"/>
    <dgm:cxn modelId="{909ED688-C8C6-4755-9C76-9F63A03DA1FF}" type="presParOf" srcId="{C5B3DA3F-242D-47AA-AA24-4F2CFCD5C938}" destId="{1E4B23E6-6EA8-4CBF-B6C8-E456A7B1C4FC}" srcOrd="0" destOrd="0" presId="urn:microsoft.com/office/officeart/2008/layout/LinedList"/>
    <dgm:cxn modelId="{A06A3E87-D129-44A0-8251-6D6BA039A0C5}" type="presParOf" srcId="{C5B3DA3F-242D-47AA-AA24-4F2CFCD5C938}" destId="{E40B6B60-2381-489C-A704-C4FA742BBBB9}" srcOrd="1" destOrd="0" presId="urn:microsoft.com/office/officeart/2008/layout/LinedList"/>
    <dgm:cxn modelId="{27A04C5F-49F0-45BD-843C-53DB6D01185B}" type="presParOf" srcId="{4491F66B-7533-407F-90C5-243B98FD1642}" destId="{2D50C68F-D2C3-4A48-8B68-CD9F9055E265}" srcOrd="8" destOrd="0" presId="urn:microsoft.com/office/officeart/2008/layout/LinedList"/>
    <dgm:cxn modelId="{D3830BD4-CFBD-4709-A028-FA2F378A6F9A}" type="presParOf" srcId="{4491F66B-7533-407F-90C5-243B98FD1642}" destId="{8BD6C611-5E44-4749-AAEE-F550CA1B7598}" srcOrd="9" destOrd="0" presId="urn:microsoft.com/office/officeart/2008/layout/LinedList"/>
    <dgm:cxn modelId="{7DBEFC53-7914-477D-AEBA-B0C0922A233F}" type="presParOf" srcId="{8BD6C611-5E44-4749-AAEE-F550CA1B7598}" destId="{31EB2475-61F2-4CC2-9F48-BC7B59D014E9}" srcOrd="0" destOrd="0" presId="urn:microsoft.com/office/officeart/2008/layout/LinedList"/>
    <dgm:cxn modelId="{1BE57A3C-9E8A-4CA6-9681-104A090C1815}" type="presParOf" srcId="{8BD6C611-5E44-4749-AAEE-F550CA1B7598}" destId="{2F8797A0-55B7-440D-92F0-0894F897F04C}" srcOrd="1" destOrd="0" presId="urn:microsoft.com/office/officeart/2008/layout/LinedList"/>
    <dgm:cxn modelId="{B958227B-9891-4AC5-AC91-0AA12F091514}" type="presParOf" srcId="{4491F66B-7533-407F-90C5-243B98FD1642}" destId="{17B81447-A38A-4B16-BCF0-672FC92B4C8D}" srcOrd="10" destOrd="0" presId="urn:microsoft.com/office/officeart/2008/layout/LinedList"/>
    <dgm:cxn modelId="{5602A63C-B506-4D1A-BC5E-1B1675D78E66}" type="presParOf" srcId="{4491F66B-7533-407F-90C5-243B98FD1642}" destId="{8CF7C711-F0FB-4D98-878D-351F6651036D}" srcOrd="11" destOrd="0" presId="urn:microsoft.com/office/officeart/2008/layout/LinedList"/>
    <dgm:cxn modelId="{DD4AA2E6-F7F0-4F45-BCEB-10611DB23CDB}" type="presParOf" srcId="{8CF7C711-F0FB-4D98-878D-351F6651036D}" destId="{67434334-22A7-4725-8DB7-E2E29BCEC992}" srcOrd="0" destOrd="0" presId="urn:microsoft.com/office/officeart/2008/layout/LinedList"/>
    <dgm:cxn modelId="{BF86A57C-B582-4984-A73B-7AA0B1312F1F}" type="presParOf" srcId="{8CF7C711-F0FB-4D98-878D-351F6651036D}" destId="{F7529181-66DF-4031-B5E9-1B6778E73983}" srcOrd="1" destOrd="0" presId="urn:microsoft.com/office/officeart/2008/layout/LinedList"/>
    <dgm:cxn modelId="{C5764F57-A8DF-4370-9D43-C3B102D76331}" type="presParOf" srcId="{4491F66B-7533-407F-90C5-243B98FD1642}" destId="{007A61E6-37FB-461D-854B-2111498A5002}" srcOrd="12" destOrd="0" presId="urn:microsoft.com/office/officeart/2008/layout/LinedList"/>
    <dgm:cxn modelId="{3BB32AE9-0551-46CC-A041-1BC8DF188553}" type="presParOf" srcId="{4491F66B-7533-407F-90C5-243B98FD1642}" destId="{F6B455CD-BDC8-4FE1-8451-7C3811293CAC}" srcOrd="13" destOrd="0" presId="urn:microsoft.com/office/officeart/2008/layout/LinedList"/>
    <dgm:cxn modelId="{DF2FD209-931B-4679-9803-F0F1E0D2489E}" type="presParOf" srcId="{F6B455CD-BDC8-4FE1-8451-7C3811293CAC}" destId="{9853113A-E154-4EC4-8CAD-80A96924D339}" srcOrd="0" destOrd="0" presId="urn:microsoft.com/office/officeart/2008/layout/LinedList"/>
    <dgm:cxn modelId="{81DF29B9-ECD4-43E8-B44E-01F5BBC3D5C8}" type="presParOf" srcId="{F6B455CD-BDC8-4FE1-8451-7C3811293CAC}" destId="{EC5E46D4-1212-45F7-8463-7CE647DBC009}" srcOrd="1" destOrd="0" presId="urn:microsoft.com/office/officeart/2008/layout/LinedList"/>
    <dgm:cxn modelId="{6E72062A-65EB-4707-8AA1-EB0D58474B52}" type="presParOf" srcId="{4491F66B-7533-407F-90C5-243B98FD1642}" destId="{56AA31EF-1820-4D86-A6AD-EC8F56D5F79C}" srcOrd="14" destOrd="0" presId="urn:microsoft.com/office/officeart/2008/layout/LinedList"/>
    <dgm:cxn modelId="{67B215EA-B95A-4E51-A0C9-9BB3C4C77476}" type="presParOf" srcId="{4491F66B-7533-407F-90C5-243B98FD1642}" destId="{28EBD234-7F8A-4890-B96B-DEFC5A08F1B5}" srcOrd="15" destOrd="0" presId="urn:microsoft.com/office/officeart/2008/layout/LinedList"/>
    <dgm:cxn modelId="{E4839D38-8F8D-4465-A1CC-65187163CE3D}" type="presParOf" srcId="{28EBD234-7F8A-4890-B96B-DEFC5A08F1B5}" destId="{3E008229-082E-432B-B42D-D0C575341468}" srcOrd="0" destOrd="0" presId="urn:microsoft.com/office/officeart/2008/layout/LinedList"/>
    <dgm:cxn modelId="{4A2D7596-79B6-4C30-B524-21ED1FA46513}" type="presParOf" srcId="{28EBD234-7F8A-4890-B96B-DEFC5A08F1B5}" destId="{67F7603D-78D8-4337-813D-1AE98C75744C}" srcOrd="1" destOrd="0" presId="urn:microsoft.com/office/officeart/2008/layout/LinedList"/>
    <dgm:cxn modelId="{3DD07767-9DBE-44F1-82FC-23CEB362B1C9}" type="presParOf" srcId="{4491F66B-7533-407F-90C5-243B98FD1642}" destId="{D97FD007-AAE7-4DF4-B3F7-D075F13DA0BA}" srcOrd="16" destOrd="0" presId="urn:microsoft.com/office/officeart/2008/layout/LinedList"/>
    <dgm:cxn modelId="{17EBCB8F-F35C-4971-BE53-871F2E230541}" type="presParOf" srcId="{4491F66B-7533-407F-90C5-243B98FD1642}" destId="{2C7D817D-9889-4291-9494-C92DA31ED21D}" srcOrd="17" destOrd="0" presId="urn:microsoft.com/office/officeart/2008/layout/LinedList"/>
    <dgm:cxn modelId="{E01F712E-727A-461E-9FDB-8CD5333EEF3D}" type="presParOf" srcId="{2C7D817D-9889-4291-9494-C92DA31ED21D}" destId="{55609209-9303-45A8-BC56-C6779C114442}" srcOrd="0" destOrd="0" presId="urn:microsoft.com/office/officeart/2008/layout/LinedList"/>
    <dgm:cxn modelId="{1D36BFE8-0A91-4D47-AE44-868D08D43C11}" type="presParOf" srcId="{2C7D817D-9889-4291-9494-C92DA31ED21D}" destId="{256995DA-493D-4F99-A53A-2B4E083BFE1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EA46CD1-68F5-4374-801D-F2166F59EC6B}" type="doc">
      <dgm:prSet loTypeId="urn:microsoft.com/office/officeart/2008/layout/LinedList" loCatId="list" qsTypeId="urn:microsoft.com/office/officeart/2005/8/quickstyle/simple1#4" qsCatId="simple" csTypeId="urn:microsoft.com/office/officeart/2005/8/colors/accent2_1#4" csCatId="accent2" phldr="1"/>
      <dgm:spPr/>
      <dgm:t>
        <a:bodyPr/>
        <a:lstStyle/>
        <a:p>
          <a:endParaRPr lang="en-CA"/>
        </a:p>
      </dgm:t>
    </dgm:pt>
    <dgm:pt modelId="{1E88609B-EE5B-489D-9E56-F3057C49BBEE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Product over dataset.</a:t>
          </a:r>
          <a:r>
            <a:rPr lang="en-CA" b="0" i="0"/>
            <a:t> Every gold asset is a data product with an owner, a contract, SLAs, and a support channel. </a:t>
          </a:r>
        </a:p>
      </dgm:t>
    </dgm:pt>
    <dgm:pt modelId="{F8EDA26F-B89C-49F5-A8D0-A5BE71DF7FC8}" type="parTrans" cxnId="{132A4FDE-75F3-427D-B324-73256A6EC02B}">
      <dgm:prSet/>
      <dgm:spPr/>
      <dgm:t>
        <a:bodyPr/>
        <a:lstStyle/>
        <a:p>
          <a:endParaRPr lang="en-CA"/>
        </a:p>
      </dgm:t>
    </dgm:pt>
    <dgm:pt modelId="{0EDEF64F-80DA-45BE-937A-F0A89FD1D282}" type="sibTrans" cxnId="{132A4FDE-75F3-427D-B324-73256A6EC02B}">
      <dgm:prSet/>
      <dgm:spPr/>
      <dgm:t>
        <a:bodyPr/>
        <a:lstStyle/>
        <a:p>
          <a:endParaRPr lang="en-CA"/>
        </a:p>
      </dgm:t>
    </dgm:pt>
    <dgm:pt modelId="{185D161D-2C93-409E-8196-C8F9663E9441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Show the lineage and score.</a:t>
          </a:r>
          <a:r>
            <a:rPr lang="en-CA" b="0" i="0"/>
            <a:t> Each product displays where it came from and a simple quality scorecard.</a:t>
          </a:r>
          <a:endParaRPr lang="en-CA" b="1" i="0"/>
        </a:p>
      </dgm:t>
    </dgm:pt>
    <dgm:pt modelId="{24794A2C-E47C-4B4A-A2E3-ACBE8B698FB1}" type="parTrans" cxnId="{419EC09D-2108-4AB8-8681-8444CD9DA31D}">
      <dgm:prSet/>
      <dgm:spPr/>
      <dgm:t>
        <a:bodyPr/>
        <a:lstStyle/>
        <a:p>
          <a:endParaRPr lang="en-CA"/>
        </a:p>
      </dgm:t>
    </dgm:pt>
    <dgm:pt modelId="{831442D6-BDF1-477F-A8E0-1508A7CE464A}" type="sibTrans" cxnId="{419EC09D-2108-4AB8-8681-8444CD9DA31D}">
      <dgm:prSet/>
      <dgm:spPr/>
      <dgm:t>
        <a:bodyPr/>
        <a:lstStyle/>
        <a:p>
          <a:endParaRPr lang="en-CA"/>
        </a:p>
      </dgm:t>
    </dgm:pt>
    <dgm:pt modelId="{5A247FAE-3BC0-4FEC-B926-7E3902F273C5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Version like software.</a:t>
          </a:r>
          <a:r>
            <a:rPr lang="en-CA" b="0" i="0"/>
            <a:t> New releases are immutable; breaking changes come with consumer guidance and rollback plans.</a:t>
          </a:r>
          <a:endParaRPr lang="en-CA" b="1" i="0"/>
        </a:p>
      </dgm:t>
    </dgm:pt>
    <dgm:pt modelId="{E0F2906A-AD6E-4CAB-A4FB-739A87C9768C}" type="parTrans" cxnId="{C2EBF914-599D-4638-BBEA-3733C44B7190}">
      <dgm:prSet/>
      <dgm:spPr/>
      <dgm:t>
        <a:bodyPr/>
        <a:lstStyle/>
        <a:p>
          <a:endParaRPr lang="en-CA"/>
        </a:p>
      </dgm:t>
    </dgm:pt>
    <dgm:pt modelId="{B7AADBFC-3300-4FB9-A42A-DD3EC97D8584}" type="sibTrans" cxnId="{C2EBF914-599D-4638-BBEA-3733C44B7190}">
      <dgm:prSet/>
      <dgm:spPr/>
      <dgm:t>
        <a:bodyPr/>
        <a:lstStyle/>
        <a:p>
          <a:endParaRPr lang="en-CA"/>
        </a:p>
      </dgm:t>
    </dgm:pt>
    <dgm:pt modelId="{C9B47F16-DACD-4FF1-80D3-163A0A930B68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Monetize with care.</a:t>
          </a:r>
          <a:r>
            <a:rPr lang="en-CA" b="0" i="0"/>
            <a:t> External sharing uses anonymized/aggregated products with explicit rights and privacy approvals.</a:t>
          </a:r>
          <a:endParaRPr lang="en-CA" b="1" i="0"/>
        </a:p>
      </dgm:t>
    </dgm:pt>
    <dgm:pt modelId="{7D92F597-67CA-4272-B8F4-FB65B7EA1974}" type="parTrans" cxnId="{22FCD14D-D658-4F8E-8EF7-064857B08554}">
      <dgm:prSet/>
      <dgm:spPr/>
      <dgm:t>
        <a:bodyPr/>
        <a:lstStyle/>
        <a:p>
          <a:endParaRPr lang="en-CA"/>
        </a:p>
      </dgm:t>
    </dgm:pt>
    <dgm:pt modelId="{3FE67BD7-9936-4E58-998D-10642DE1F937}" type="sibTrans" cxnId="{22FCD14D-D658-4F8E-8EF7-064857B08554}">
      <dgm:prSet/>
      <dgm:spPr/>
      <dgm:t>
        <a:bodyPr/>
        <a:lstStyle/>
        <a:p>
          <a:endParaRPr lang="en-CA"/>
        </a:p>
      </dgm:t>
    </dgm:pt>
    <dgm:pt modelId="{D7810F50-9149-4DEA-AD26-E8EF08625CC3}">
      <dgm:prSet/>
      <dgm:spPr/>
      <dgm:t>
        <a:bodyPr/>
        <a:lstStyle/>
        <a:p>
          <a:pPr>
            <a:buNone/>
          </a:pPr>
          <a:r>
            <a:rPr lang="en-CA" b="1" i="0"/>
            <a:t>Publish data product.</a:t>
          </a:r>
          <a:r>
            <a:rPr lang="en-CA" b="0" i="0"/>
            <a:t> Publish every data product through a few governed channels -SQL, APIs, BI semantic models, streaming, and federated queries - with policy‑as‑code, catalog registration, audit trails and EUC extracts only by exception.</a:t>
          </a:r>
          <a:endParaRPr lang="en-CA"/>
        </a:p>
      </dgm:t>
    </dgm:pt>
    <dgm:pt modelId="{3EB82E5D-7EE6-4B84-BCDB-A7BBB529E266}" type="parTrans" cxnId="{20FC1113-815D-4579-A851-924DB0FD6190}">
      <dgm:prSet/>
      <dgm:spPr/>
      <dgm:t>
        <a:bodyPr/>
        <a:lstStyle/>
        <a:p>
          <a:endParaRPr lang="en-CA"/>
        </a:p>
      </dgm:t>
    </dgm:pt>
    <dgm:pt modelId="{23F3533C-C0F8-4DF5-B826-618AF025E6ED}" type="sibTrans" cxnId="{20FC1113-815D-4579-A851-924DB0FD6190}">
      <dgm:prSet/>
      <dgm:spPr/>
      <dgm:t>
        <a:bodyPr/>
        <a:lstStyle/>
        <a:p>
          <a:endParaRPr lang="en-CA"/>
        </a:p>
      </dgm:t>
    </dgm:pt>
    <dgm:pt modelId="{7B139C71-85E6-43BA-AE7A-2781B09BF242}">
      <dgm:prSet/>
      <dgm:spPr/>
      <dgm:t>
        <a:bodyPr/>
        <a:lstStyle/>
        <a:p>
          <a:pPr>
            <a:buNone/>
          </a:pPr>
          <a:r>
            <a:rPr lang="en-CA" b="1" i="0"/>
            <a:t>Easy to find, easy to request.</a:t>
          </a:r>
          <a:r>
            <a:rPr lang="en-CA" b="0" i="0"/>
            <a:t> Publish products in the internal marketplace with clear descriptions and sample queries.</a:t>
          </a:r>
          <a:endParaRPr lang="en-CA"/>
        </a:p>
      </dgm:t>
    </dgm:pt>
    <dgm:pt modelId="{E6A0C369-A59C-4360-96C8-61D6A7C673B1}" type="parTrans" cxnId="{88020063-BAFC-4438-9E81-812A69650709}">
      <dgm:prSet/>
      <dgm:spPr/>
      <dgm:t>
        <a:bodyPr/>
        <a:lstStyle/>
        <a:p>
          <a:endParaRPr lang="en-CA"/>
        </a:p>
      </dgm:t>
    </dgm:pt>
    <dgm:pt modelId="{7D7D54E9-FD5F-41DA-947F-2912A13A2AF0}" type="sibTrans" cxnId="{88020063-BAFC-4438-9E81-812A69650709}">
      <dgm:prSet/>
      <dgm:spPr/>
      <dgm:t>
        <a:bodyPr/>
        <a:lstStyle/>
        <a:p>
          <a:endParaRPr lang="en-CA"/>
        </a:p>
      </dgm:t>
    </dgm:pt>
    <dgm:pt modelId="{4491F66B-7533-407F-90C5-243B98FD1642}" type="pres">
      <dgm:prSet presAssocID="{8EA46CD1-68F5-4374-801D-F2166F59EC6B}" presName="vert0" presStyleCnt="0">
        <dgm:presLayoutVars>
          <dgm:dir/>
          <dgm:animOne val="branch"/>
          <dgm:animLvl val="lvl"/>
        </dgm:presLayoutVars>
      </dgm:prSet>
      <dgm:spPr/>
    </dgm:pt>
    <dgm:pt modelId="{2FC04351-09D3-427B-866B-21993BBBD390}" type="pres">
      <dgm:prSet presAssocID="{1E88609B-EE5B-489D-9E56-F3057C49BBEE}" presName="thickLine" presStyleLbl="alignNode1" presStyleIdx="0" presStyleCnt="6"/>
      <dgm:spPr/>
    </dgm:pt>
    <dgm:pt modelId="{7FE789FD-1CD4-4D69-AF39-3725C7F5A670}" type="pres">
      <dgm:prSet presAssocID="{1E88609B-EE5B-489D-9E56-F3057C49BBEE}" presName="horz1" presStyleCnt="0"/>
      <dgm:spPr/>
    </dgm:pt>
    <dgm:pt modelId="{7D922327-DE3E-4C64-A9CE-3AF1A196ACC1}" type="pres">
      <dgm:prSet presAssocID="{1E88609B-EE5B-489D-9E56-F3057C49BBEE}" presName="tx1" presStyleLbl="revTx" presStyleIdx="0" presStyleCnt="6"/>
      <dgm:spPr/>
    </dgm:pt>
    <dgm:pt modelId="{74F74EB5-8CA3-4BA1-82D2-9AC2AFC186DE}" type="pres">
      <dgm:prSet presAssocID="{1E88609B-EE5B-489D-9E56-F3057C49BBEE}" presName="vert1" presStyleCnt="0"/>
      <dgm:spPr/>
    </dgm:pt>
    <dgm:pt modelId="{97CD2D8F-99A4-40D3-BC9D-F0B494CA12F9}" type="pres">
      <dgm:prSet presAssocID="{D7810F50-9149-4DEA-AD26-E8EF08625CC3}" presName="thickLine" presStyleLbl="alignNode1" presStyleIdx="1" presStyleCnt="6"/>
      <dgm:spPr/>
    </dgm:pt>
    <dgm:pt modelId="{8A3ED3A6-A921-4CF3-929D-B3C7FC5D97EF}" type="pres">
      <dgm:prSet presAssocID="{D7810F50-9149-4DEA-AD26-E8EF08625CC3}" presName="horz1" presStyleCnt="0"/>
      <dgm:spPr/>
    </dgm:pt>
    <dgm:pt modelId="{8D21C3E2-C13C-4852-8888-C5F9650D5C78}" type="pres">
      <dgm:prSet presAssocID="{D7810F50-9149-4DEA-AD26-E8EF08625CC3}" presName="tx1" presStyleLbl="revTx" presStyleIdx="1" presStyleCnt="6"/>
      <dgm:spPr/>
    </dgm:pt>
    <dgm:pt modelId="{D2AE3827-04B2-47EE-9A15-D60F3E432135}" type="pres">
      <dgm:prSet presAssocID="{D7810F50-9149-4DEA-AD26-E8EF08625CC3}" presName="vert1" presStyleCnt="0"/>
      <dgm:spPr/>
    </dgm:pt>
    <dgm:pt modelId="{FAA55986-5899-4BC7-BC2E-D8E8410BE7DA}" type="pres">
      <dgm:prSet presAssocID="{7B139C71-85E6-43BA-AE7A-2781B09BF242}" presName="thickLine" presStyleLbl="alignNode1" presStyleIdx="2" presStyleCnt="6"/>
      <dgm:spPr/>
    </dgm:pt>
    <dgm:pt modelId="{323E182A-AAC3-4CFB-9523-D45E98533489}" type="pres">
      <dgm:prSet presAssocID="{7B139C71-85E6-43BA-AE7A-2781B09BF242}" presName="horz1" presStyleCnt="0"/>
      <dgm:spPr/>
    </dgm:pt>
    <dgm:pt modelId="{73B4DF8F-2385-45FE-A1E9-980605DC330C}" type="pres">
      <dgm:prSet presAssocID="{7B139C71-85E6-43BA-AE7A-2781B09BF242}" presName="tx1" presStyleLbl="revTx" presStyleIdx="2" presStyleCnt="6"/>
      <dgm:spPr/>
    </dgm:pt>
    <dgm:pt modelId="{DA606A02-924A-41B1-B51E-3E9FFAF27057}" type="pres">
      <dgm:prSet presAssocID="{7B139C71-85E6-43BA-AE7A-2781B09BF242}" presName="vert1" presStyleCnt="0"/>
      <dgm:spPr/>
    </dgm:pt>
    <dgm:pt modelId="{3FEA1C4F-169B-4115-AA28-5088816F0A83}" type="pres">
      <dgm:prSet presAssocID="{185D161D-2C93-409E-8196-C8F9663E9441}" presName="thickLine" presStyleLbl="alignNode1" presStyleIdx="3" presStyleCnt="6"/>
      <dgm:spPr/>
    </dgm:pt>
    <dgm:pt modelId="{5B867F99-8F12-42F6-832B-98A92A2D9AEB}" type="pres">
      <dgm:prSet presAssocID="{185D161D-2C93-409E-8196-C8F9663E9441}" presName="horz1" presStyleCnt="0"/>
      <dgm:spPr/>
    </dgm:pt>
    <dgm:pt modelId="{0B581728-DF5B-4572-B9D3-981257ECC140}" type="pres">
      <dgm:prSet presAssocID="{185D161D-2C93-409E-8196-C8F9663E9441}" presName="tx1" presStyleLbl="revTx" presStyleIdx="3" presStyleCnt="6"/>
      <dgm:spPr/>
    </dgm:pt>
    <dgm:pt modelId="{03A0D548-6A12-467C-87F8-5BBE2305FB64}" type="pres">
      <dgm:prSet presAssocID="{185D161D-2C93-409E-8196-C8F9663E9441}" presName="vert1" presStyleCnt="0"/>
      <dgm:spPr/>
    </dgm:pt>
    <dgm:pt modelId="{AE3D044F-E786-4321-B045-AFFF5FBF0A59}" type="pres">
      <dgm:prSet presAssocID="{5A247FAE-3BC0-4FEC-B926-7E3902F273C5}" presName="thickLine" presStyleLbl="alignNode1" presStyleIdx="4" presStyleCnt="6"/>
      <dgm:spPr/>
    </dgm:pt>
    <dgm:pt modelId="{801808F7-8C35-4B48-B06D-79A65F1A1F06}" type="pres">
      <dgm:prSet presAssocID="{5A247FAE-3BC0-4FEC-B926-7E3902F273C5}" presName="horz1" presStyleCnt="0"/>
      <dgm:spPr/>
    </dgm:pt>
    <dgm:pt modelId="{36AB3204-6409-46C3-BA31-F1E517EA63E3}" type="pres">
      <dgm:prSet presAssocID="{5A247FAE-3BC0-4FEC-B926-7E3902F273C5}" presName="tx1" presStyleLbl="revTx" presStyleIdx="4" presStyleCnt="6"/>
      <dgm:spPr/>
    </dgm:pt>
    <dgm:pt modelId="{3018CDE6-0788-420C-A3A4-9C9AD0D3E79A}" type="pres">
      <dgm:prSet presAssocID="{5A247FAE-3BC0-4FEC-B926-7E3902F273C5}" presName="vert1" presStyleCnt="0"/>
      <dgm:spPr/>
    </dgm:pt>
    <dgm:pt modelId="{32724083-6DD3-4D7C-9A92-ED0A95767167}" type="pres">
      <dgm:prSet presAssocID="{C9B47F16-DACD-4FF1-80D3-163A0A930B68}" presName="thickLine" presStyleLbl="alignNode1" presStyleIdx="5" presStyleCnt="6"/>
      <dgm:spPr/>
    </dgm:pt>
    <dgm:pt modelId="{96771E44-6302-4753-80A4-272831671C07}" type="pres">
      <dgm:prSet presAssocID="{C9B47F16-DACD-4FF1-80D3-163A0A930B68}" presName="horz1" presStyleCnt="0"/>
      <dgm:spPr/>
    </dgm:pt>
    <dgm:pt modelId="{C1A516F7-EC50-49C0-9599-3E69DC997557}" type="pres">
      <dgm:prSet presAssocID="{C9B47F16-DACD-4FF1-80D3-163A0A930B68}" presName="tx1" presStyleLbl="revTx" presStyleIdx="5" presStyleCnt="6"/>
      <dgm:spPr/>
    </dgm:pt>
    <dgm:pt modelId="{653CC8C1-F378-493A-A588-B85A20B9FD49}" type="pres">
      <dgm:prSet presAssocID="{C9B47F16-DACD-4FF1-80D3-163A0A930B68}" presName="vert1" presStyleCnt="0"/>
      <dgm:spPr/>
    </dgm:pt>
  </dgm:ptLst>
  <dgm:cxnLst>
    <dgm:cxn modelId="{56C82B0F-1C57-4988-BE94-BE2412343E5B}" type="presOf" srcId="{8EA46CD1-68F5-4374-801D-F2166F59EC6B}" destId="{4491F66B-7533-407F-90C5-243B98FD1642}" srcOrd="0" destOrd="0" presId="urn:microsoft.com/office/officeart/2008/layout/LinedList"/>
    <dgm:cxn modelId="{20FC1113-815D-4579-A851-924DB0FD6190}" srcId="{8EA46CD1-68F5-4374-801D-F2166F59EC6B}" destId="{D7810F50-9149-4DEA-AD26-E8EF08625CC3}" srcOrd="1" destOrd="0" parTransId="{3EB82E5D-7EE6-4B84-BCDB-A7BBB529E266}" sibTransId="{23F3533C-C0F8-4DF5-B826-618AF025E6ED}"/>
    <dgm:cxn modelId="{C2EBF914-599D-4638-BBEA-3733C44B7190}" srcId="{8EA46CD1-68F5-4374-801D-F2166F59EC6B}" destId="{5A247FAE-3BC0-4FEC-B926-7E3902F273C5}" srcOrd="4" destOrd="0" parTransId="{E0F2906A-AD6E-4CAB-A4FB-739A87C9768C}" sibTransId="{B7AADBFC-3300-4FB9-A42A-DD3EC97D8584}"/>
    <dgm:cxn modelId="{88020063-BAFC-4438-9E81-812A69650709}" srcId="{8EA46CD1-68F5-4374-801D-F2166F59EC6B}" destId="{7B139C71-85E6-43BA-AE7A-2781B09BF242}" srcOrd="2" destOrd="0" parTransId="{E6A0C369-A59C-4360-96C8-61D6A7C673B1}" sibTransId="{7D7D54E9-FD5F-41DA-947F-2912A13A2AF0}"/>
    <dgm:cxn modelId="{22FCD14D-D658-4F8E-8EF7-064857B08554}" srcId="{8EA46CD1-68F5-4374-801D-F2166F59EC6B}" destId="{C9B47F16-DACD-4FF1-80D3-163A0A930B68}" srcOrd="5" destOrd="0" parTransId="{7D92F597-67CA-4272-B8F4-FB65B7EA1974}" sibTransId="{3FE67BD7-9936-4E58-998D-10642DE1F937}"/>
    <dgm:cxn modelId="{39D2A688-6DD0-4882-BD6C-288972007A3E}" type="presOf" srcId="{7B139C71-85E6-43BA-AE7A-2781B09BF242}" destId="{73B4DF8F-2385-45FE-A1E9-980605DC330C}" srcOrd="0" destOrd="0" presId="urn:microsoft.com/office/officeart/2008/layout/LinedList"/>
    <dgm:cxn modelId="{419EC09D-2108-4AB8-8681-8444CD9DA31D}" srcId="{8EA46CD1-68F5-4374-801D-F2166F59EC6B}" destId="{185D161D-2C93-409E-8196-C8F9663E9441}" srcOrd="3" destOrd="0" parTransId="{24794A2C-E47C-4B4A-A2E3-ACBE8B698FB1}" sibTransId="{831442D6-BDF1-477F-A8E0-1508A7CE464A}"/>
    <dgm:cxn modelId="{3FC55BBA-740D-4CA8-B1C9-694852CE7FA6}" type="presOf" srcId="{185D161D-2C93-409E-8196-C8F9663E9441}" destId="{0B581728-DF5B-4572-B9D3-981257ECC140}" srcOrd="0" destOrd="0" presId="urn:microsoft.com/office/officeart/2008/layout/LinedList"/>
    <dgm:cxn modelId="{F05B85BD-F86F-4109-9C25-D4298E07F6D0}" type="presOf" srcId="{5A247FAE-3BC0-4FEC-B926-7E3902F273C5}" destId="{36AB3204-6409-46C3-BA31-F1E517EA63E3}" srcOrd="0" destOrd="0" presId="urn:microsoft.com/office/officeart/2008/layout/LinedList"/>
    <dgm:cxn modelId="{F5F43BD0-A017-43D1-AC7F-ABC8B8171607}" type="presOf" srcId="{1E88609B-EE5B-489D-9E56-F3057C49BBEE}" destId="{7D922327-DE3E-4C64-A9CE-3AF1A196ACC1}" srcOrd="0" destOrd="0" presId="urn:microsoft.com/office/officeart/2008/layout/LinedList"/>
    <dgm:cxn modelId="{16A10BDD-AE62-48AC-814C-7D2341670B01}" type="presOf" srcId="{C9B47F16-DACD-4FF1-80D3-163A0A930B68}" destId="{C1A516F7-EC50-49C0-9599-3E69DC997557}" srcOrd="0" destOrd="0" presId="urn:microsoft.com/office/officeart/2008/layout/LinedList"/>
    <dgm:cxn modelId="{132A4FDE-75F3-427D-B324-73256A6EC02B}" srcId="{8EA46CD1-68F5-4374-801D-F2166F59EC6B}" destId="{1E88609B-EE5B-489D-9E56-F3057C49BBEE}" srcOrd="0" destOrd="0" parTransId="{F8EDA26F-B89C-49F5-A8D0-A5BE71DF7FC8}" sibTransId="{0EDEF64F-80DA-45BE-937A-F0A89FD1D282}"/>
    <dgm:cxn modelId="{949D24F6-C790-44E2-901A-8D568A157D9E}" type="presOf" srcId="{D7810F50-9149-4DEA-AD26-E8EF08625CC3}" destId="{8D21C3E2-C13C-4852-8888-C5F9650D5C78}" srcOrd="0" destOrd="0" presId="urn:microsoft.com/office/officeart/2008/layout/LinedList"/>
    <dgm:cxn modelId="{83D259A8-710E-40F1-BF66-23B9D8783249}" type="presParOf" srcId="{4491F66B-7533-407F-90C5-243B98FD1642}" destId="{2FC04351-09D3-427B-866B-21993BBBD390}" srcOrd="0" destOrd="0" presId="urn:microsoft.com/office/officeart/2008/layout/LinedList"/>
    <dgm:cxn modelId="{18657D9D-C17D-4674-9CD7-D0D54FA7B59B}" type="presParOf" srcId="{4491F66B-7533-407F-90C5-243B98FD1642}" destId="{7FE789FD-1CD4-4D69-AF39-3725C7F5A670}" srcOrd="1" destOrd="0" presId="urn:microsoft.com/office/officeart/2008/layout/LinedList"/>
    <dgm:cxn modelId="{8EA966BC-EF8E-4511-A8C5-BCB26AA94622}" type="presParOf" srcId="{7FE789FD-1CD4-4D69-AF39-3725C7F5A670}" destId="{7D922327-DE3E-4C64-A9CE-3AF1A196ACC1}" srcOrd="0" destOrd="0" presId="urn:microsoft.com/office/officeart/2008/layout/LinedList"/>
    <dgm:cxn modelId="{3D499AA8-18A2-45E6-A1E5-92822AE8D2B0}" type="presParOf" srcId="{7FE789FD-1CD4-4D69-AF39-3725C7F5A670}" destId="{74F74EB5-8CA3-4BA1-82D2-9AC2AFC186DE}" srcOrd="1" destOrd="0" presId="urn:microsoft.com/office/officeart/2008/layout/LinedList"/>
    <dgm:cxn modelId="{A8D7B2D8-1A16-4B5B-91AD-15280916C1EA}" type="presParOf" srcId="{4491F66B-7533-407F-90C5-243B98FD1642}" destId="{97CD2D8F-99A4-40D3-BC9D-F0B494CA12F9}" srcOrd="2" destOrd="0" presId="urn:microsoft.com/office/officeart/2008/layout/LinedList"/>
    <dgm:cxn modelId="{B05518E9-4BFA-4207-80FF-50AA33AC5025}" type="presParOf" srcId="{4491F66B-7533-407F-90C5-243B98FD1642}" destId="{8A3ED3A6-A921-4CF3-929D-B3C7FC5D97EF}" srcOrd="3" destOrd="0" presId="urn:microsoft.com/office/officeart/2008/layout/LinedList"/>
    <dgm:cxn modelId="{DF068AF6-897C-4DD8-B630-E500D99B7540}" type="presParOf" srcId="{8A3ED3A6-A921-4CF3-929D-B3C7FC5D97EF}" destId="{8D21C3E2-C13C-4852-8888-C5F9650D5C78}" srcOrd="0" destOrd="0" presId="urn:microsoft.com/office/officeart/2008/layout/LinedList"/>
    <dgm:cxn modelId="{BCF2ECDD-DACD-4920-8EAD-00513EEA0751}" type="presParOf" srcId="{8A3ED3A6-A921-4CF3-929D-B3C7FC5D97EF}" destId="{D2AE3827-04B2-47EE-9A15-D60F3E432135}" srcOrd="1" destOrd="0" presId="urn:microsoft.com/office/officeart/2008/layout/LinedList"/>
    <dgm:cxn modelId="{D23661BB-AD47-4A8A-B317-56272E8BA494}" type="presParOf" srcId="{4491F66B-7533-407F-90C5-243B98FD1642}" destId="{FAA55986-5899-4BC7-BC2E-D8E8410BE7DA}" srcOrd="4" destOrd="0" presId="urn:microsoft.com/office/officeart/2008/layout/LinedList"/>
    <dgm:cxn modelId="{CF3A01F2-B0F6-4DD3-BCC5-48AB6DAD12B8}" type="presParOf" srcId="{4491F66B-7533-407F-90C5-243B98FD1642}" destId="{323E182A-AAC3-4CFB-9523-D45E98533489}" srcOrd="5" destOrd="0" presId="urn:microsoft.com/office/officeart/2008/layout/LinedList"/>
    <dgm:cxn modelId="{0CC74EB1-1A93-40B2-B5A5-57A959044F04}" type="presParOf" srcId="{323E182A-AAC3-4CFB-9523-D45E98533489}" destId="{73B4DF8F-2385-45FE-A1E9-980605DC330C}" srcOrd="0" destOrd="0" presId="urn:microsoft.com/office/officeart/2008/layout/LinedList"/>
    <dgm:cxn modelId="{BEE0E064-80F5-4D44-9864-C31C665CB667}" type="presParOf" srcId="{323E182A-AAC3-4CFB-9523-D45E98533489}" destId="{DA606A02-924A-41B1-B51E-3E9FFAF27057}" srcOrd="1" destOrd="0" presId="urn:microsoft.com/office/officeart/2008/layout/LinedList"/>
    <dgm:cxn modelId="{48CC1131-7E6A-419C-AE63-1CFF634F4115}" type="presParOf" srcId="{4491F66B-7533-407F-90C5-243B98FD1642}" destId="{3FEA1C4F-169B-4115-AA28-5088816F0A83}" srcOrd="6" destOrd="0" presId="urn:microsoft.com/office/officeart/2008/layout/LinedList"/>
    <dgm:cxn modelId="{BB9A81FF-9160-495A-B9F6-DEDE7D8345F1}" type="presParOf" srcId="{4491F66B-7533-407F-90C5-243B98FD1642}" destId="{5B867F99-8F12-42F6-832B-98A92A2D9AEB}" srcOrd="7" destOrd="0" presId="urn:microsoft.com/office/officeart/2008/layout/LinedList"/>
    <dgm:cxn modelId="{D55E87A2-C4D8-4438-A553-66415719E879}" type="presParOf" srcId="{5B867F99-8F12-42F6-832B-98A92A2D9AEB}" destId="{0B581728-DF5B-4572-B9D3-981257ECC140}" srcOrd="0" destOrd="0" presId="urn:microsoft.com/office/officeart/2008/layout/LinedList"/>
    <dgm:cxn modelId="{01D36672-AAEA-44C2-A73D-13BB0D5BADA2}" type="presParOf" srcId="{5B867F99-8F12-42F6-832B-98A92A2D9AEB}" destId="{03A0D548-6A12-467C-87F8-5BBE2305FB64}" srcOrd="1" destOrd="0" presId="urn:microsoft.com/office/officeart/2008/layout/LinedList"/>
    <dgm:cxn modelId="{7FE96FA1-0375-4B79-8868-D56D9624010F}" type="presParOf" srcId="{4491F66B-7533-407F-90C5-243B98FD1642}" destId="{AE3D044F-E786-4321-B045-AFFF5FBF0A59}" srcOrd="8" destOrd="0" presId="urn:microsoft.com/office/officeart/2008/layout/LinedList"/>
    <dgm:cxn modelId="{928B6631-C6B9-4C9A-9695-4436DB1E1FB7}" type="presParOf" srcId="{4491F66B-7533-407F-90C5-243B98FD1642}" destId="{801808F7-8C35-4B48-B06D-79A65F1A1F06}" srcOrd="9" destOrd="0" presId="urn:microsoft.com/office/officeart/2008/layout/LinedList"/>
    <dgm:cxn modelId="{D1A1B087-3263-4AB3-BA3C-3A76688EFEAD}" type="presParOf" srcId="{801808F7-8C35-4B48-B06D-79A65F1A1F06}" destId="{36AB3204-6409-46C3-BA31-F1E517EA63E3}" srcOrd="0" destOrd="0" presId="urn:microsoft.com/office/officeart/2008/layout/LinedList"/>
    <dgm:cxn modelId="{49AC1C83-F498-46D9-BF37-E071A6D00F11}" type="presParOf" srcId="{801808F7-8C35-4B48-B06D-79A65F1A1F06}" destId="{3018CDE6-0788-420C-A3A4-9C9AD0D3E79A}" srcOrd="1" destOrd="0" presId="urn:microsoft.com/office/officeart/2008/layout/LinedList"/>
    <dgm:cxn modelId="{D36BD1CA-C869-4BD7-AF7C-D77A4A442841}" type="presParOf" srcId="{4491F66B-7533-407F-90C5-243B98FD1642}" destId="{32724083-6DD3-4D7C-9A92-ED0A95767167}" srcOrd="10" destOrd="0" presId="urn:microsoft.com/office/officeart/2008/layout/LinedList"/>
    <dgm:cxn modelId="{6A05CDB3-FFC6-49FF-A218-99B55553897E}" type="presParOf" srcId="{4491F66B-7533-407F-90C5-243B98FD1642}" destId="{96771E44-6302-4753-80A4-272831671C07}" srcOrd="11" destOrd="0" presId="urn:microsoft.com/office/officeart/2008/layout/LinedList"/>
    <dgm:cxn modelId="{42399104-9DE1-4B68-A6BD-D6F2D91DCE8A}" type="presParOf" srcId="{96771E44-6302-4753-80A4-272831671C07}" destId="{C1A516F7-EC50-49C0-9599-3E69DC997557}" srcOrd="0" destOrd="0" presId="urn:microsoft.com/office/officeart/2008/layout/LinedList"/>
    <dgm:cxn modelId="{E80F3A98-7AED-4BC7-9F42-84487B164151}" type="presParOf" srcId="{96771E44-6302-4753-80A4-272831671C07}" destId="{653CC8C1-F378-493A-A588-B85A20B9FD4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EA46CD1-68F5-4374-801D-F2166F59EC6B}" type="doc">
      <dgm:prSet loTypeId="urn:microsoft.com/office/officeart/2008/layout/LinedList" loCatId="list" qsTypeId="urn:microsoft.com/office/officeart/2005/8/quickstyle/simple1#5" qsCatId="simple" csTypeId="urn:microsoft.com/office/officeart/2005/8/colors/accent2_1#5" csCatId="accent2" phldr="1"/>
      <dgm:spPr/>
      <dgm:t>
        <a:bodyPr/>
        <a:lstStyle/>
        <a:p>
          <a:endParaRPr lang="en-CA"/>
        </a:p>
      </dgm:t>
    </dgm:pt>
    <dgm:pt modelId="{1E88609B-EE5B-489D-9E56-F3057C49BBE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b="1" i="0"/>
            <a:t>Policy automation</a:t>
          </a:r>
          <a:r>
            <a:rPr lang="en-CA" b="0" i="0"/>
            <a:t>: Drive compliance through catalog, lineage, and policy-as-code.</a:t>
          </a:r>
        </a:p>
      </dgm:t>
    </dgm:pt>
    <dgm:pt modelId="{F8EDA26F-B89C-49F5-A8D0-A5BE71DF7FC8}" type="parTrans" cxnId="{132A4FDE-75F3-427D-B324-73256A6EC02B}">
      <dgm:prSet/>
      <dgm:spPr/>
      <dgm:t>
        <a:bodyPr/>
        <a:lstStyle/>
        <a:p>
          <a:endParaRPr lang="en-CA"/>
        </a:p>
      </dgm:t>
    </dgm:pt>
    <dgm:pt modelId="{0EDEF64F-80DA-45BE-937A-F0A89FD1D282}" type="sibTrans" cxnId="{132A4FDE-75F3-427D-B324-73256A6EC02B}">
      <dgm:prSet/>
      <dgm:spPr/>
      <dgm:t>
        <a:bodyPr/>
        <a:lstStyle/>
        <a:p>
          <a:endParaRPr lang="en-CA"/>
        </a:p>
      </dgm:t>
    </dgm:pt>
    <dgm:pt modelId="{7EE931DE-15DE-42D1-87EE-46730D4B2F3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Automate controls.</a:t>
          </a:r>
          <a:r>
            <a:rPr lang="en-CA" b="0" i="0"/>
            <a:t> Policies live in the catalog and pipelines; enforcement is continuous and logged.</a:t>
          </a:r>
          <a:endParaRPr lang="en-CA" b="1" i="0"/>
        </a:p>
      </dgm:t>
    </dgm:pt>
    <dgm:pt modelId="{D36CAEFD-A4F4-4E70-91CC-64F08345FCC9}" type="parTrans" cxnId="{F8E9986F-3CB2-4FC1-8228-705AB86F350F}">
      <dgm:prSet/>
      <dgm:spPr/>
      <dgm:t>
        <a:bodyPr/>
        <a:lstStyle/>
        <a:p>
          <a:endParaRPr lang="en-CA"/>
        </a:p>
      </dgm:t>
    </dgm:pt>
    <dgm:pt modelId="{ED9E12D8-E1C0-4B16-9F91-EB9C4C012E34}" type="sibTrans" cxnId="{F8E9986F-3CB2-4FC1-8228-705AB86F350F}">
      <dgm:prSet/>
      <dgm:spPr/>
      <dgm:t>
        <a:bodyPr/>
        <a:lstStyle/>
        <a:p>
          <a:endParaRPr lang="en-CA"/>
        </a:p>
      </dgm:t>
    </dgm:pt>
    <dgm:pt modelId="{F484FDBB-2810-47F1-A3AA-855B3DA732BA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Least privilege, always.</a:t>
          </a:r>
          <a:r>
            <a:rPr lang="en-CA" b="0" i="0"/>
            <a:t> Grant access by role and project context; bulk exports from production are blocked by default.</a:t>
          </a:r>
          <a:endParaRPr lang="en-CA" b="1" i="0"/>
        </a:p>
      </dgm:t>
    </dgm:pt>
    <dgm:pt modelId="{D8520E76-FF62-4DA6-BEF5-6BF111E64433}" type="parTrans" cxnId="{FF33C34D-E296-4540-BCDB-73C81F71E040}">
      <dgm:prSet/>
      <dgm:spPr/>
      <dgm:t>
        <a:bodyPr/>
        <a:lstStyle/>
        <a:p>
          <a:endParaRPr lang="en-CA"/>
        </a:p>
      </dgm:t>
    </dgm:pt>
    <dgm:pt modelId="{67ECD6A2-C575-4426-A537-A33BC262DA54}" type="sibTrans" cxnId="{FF33C34D-E296-4540-BCDB-73C81F71E040}">
      <dgm:prSet/>
      <dgm:spPr/>
      <dgm:t>
        <a:bodyPr/>
        <a:lstStyle/>
        <a:p>
          <a:endParaRPr lang="en-CA"/>
        </a:p>
      </dgm:t>
    </dgm:pt>
    <dgm:pt modelId="{64EA7C90-D513-46D9-8E6D-35E9706717FA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Audit trails by default.</a:t>
          </a:r>
          <a:r>
            <a:rPr lang="en-CA" b="0" i="0"/>
            <a:t> Keep simple, searchable logs for who accessed what, when, and why.</a:t>
          </a:r>
          <a:endParaRPr lang="en-CA" b="1" i="0"/>
        </a:p>
      </dgm:t>
    </dgm:pt>
    <dgm:pt modelId="{6539929E-0AF5-4490-AE3C-9CEE66509C1C}" type="parTrans" cxnId="{9B8F08D2-FCB3-48FC-9116-CACB41C9B900}">
      <dgm:prSet/>
      <dgm:spPr/>
      <dgm:t>
        <a:bodyPr/>
        <a:lstStyle/>
        <a:p>
          <a:endParaRPr lang="en-CA"/>
        </a:p>
      </dgm:t>
    </dgm:pt>
    <dgm:pt modelId="{1221D129-BEFD-4634-827D-2CB40EA82062}" type="sibTrans" cxnId="{9B8F08D2-FCB3-48FC-9116-CACB41C9B900}">
      <dgm:prSet/>
      <dgm:spPr/>
      <dgm:t>
        <a:bodyPr/>
        <a:lstStyle/>
        <a:p>
          <a:endParaRPr lang="en-CA"/>
        </a:p>
      </dgm:t>
    </dgm:pt>
    <dgm:pt modelId="{211B87BF-9C9F-46C4-A094-155A2ACB00B6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Own the data.</a:t>
          </a:r>
          <a:r>
            <a:rPr lang="en-CA" b="0" i="0"/>
            <a:t> Every domain has named owners and stewards who approve changes and access.</a:t>
          </a:r>
        </a:p>
      </dgm:t>
    </dgm:pt>
    <dgm:pt modelId="{4B73DFFB-252C-4B7A-893D-E6AB34BA0A9B}" type="parTrans" cxnId="{D357B549-B9FE-4814-A18B-EE6117945974}">
      <dgm:prSet/>
      <dgm:spPr/>
      <dgm:t>
        <a:bodyPr/>
        <a:lstStyle/>
        <a:p>
          <a:endParaRPr lang="en-CA"/>
        </a:p>
      </dgm:t>
    </dgm:pt>
    <dgm:pt modelId="{8B08EBD4-518E-4E5B-9A75-E56674C62C44}" type="sibTrans" cxnId="{D357B549-B9FE-4814-A18B-EE6117945974}">
      <dgm:prSet/>
      <dgm:spPr/>
      <dgm:t>
        <a:bodyPr/>
        <a:lstStyle/>
        <a:p>
          <a:endParaRPr lang="en-CA"/>
        </a:p>
      </dgm:t>
    </dgm:pt>
    <dgm:pt modelId="{FAB26BBB-0C8C-4A21-BDB7-025F28F5E212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Clear ownership</a:t>
          </a:r>
          <a:r>
            <a:rPr lang="en-CA" b="0" i="0"/>
            <a:t>: Assign stewards and owners for domains and assets.</a:t>
          </a:r>
        </a:p>
      </dgm:t>
    </dgm:pt>
    <dgm:pt modelId="{14A147D3-CF05-445F-8291-72D54FAAFE56}" type="parTrans" cxnId="{DDEAF597-B3D3-452C-B246-75E29DC98CCD}">
      <dgm:prSet/>
      <dgm:spPr/>
      <dgm:t>
        <a:bodyPr/>
        <a:lstStyle/>
        <a:p>
          <a:endParaRPr lang="en-CA"/>
        </a:p>
      </dgm:t>
    </dgm:pt>
    <dgm:pt modelId="{7FB57B19-A0A8-4F77-A87E-1DAA125C277E}" type="sibTrans" cxnId="{DDEAF597-B3D3-452C-B246-75E29DC98CCD}">
      <dgm:prSet/>
      <dgm:spPr/>
      <dgm:t>
        <a:bodyPr/>
        <a:lstStyle/>
        <a:p>
          <a:endParaRPr lang="en-CA"/>
        </a:p>
      </dgm:t>
    </dgm:pt>
    <dgm:pt modelId="{E7C1EC67-A119-4D5B-B5DA-77F90BE5C955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Lifecycle control</a:t>
          </a:r>
          <a:r>
            <a:rPr lang="en-CA" b="0" i="0"/>
            <a:t>: Apply retention and disposition by design with monitoring.</a:t>
          </a:r>
        </a:p>
      </dgm:t>
    </dgm:pt>
    <dgm:pt modelId="{500716C3-C21D-49CF-B842-1D55323BB435}" type="parTrans" cxnId="{0A605E67-6243-4785-BB40-C016416875A6}">
      <dgm:prSet/>
      <dgm:spPr/>
      <dgm:t>
        <a:bodyPr/>
        <a:lstStyle/>
        <a:p>
          <a:endParaRPr lang="en-CA"/>
        </a:p>
      </dgm:t>
    </dgm:pt>
    <dgm:pt modelId="{824142C1-A0A5-4284-9FB0-1789476D20A8}" type="sibTrans" cxnId="{0A605E67-6243-4785-BB40-C016416875A6}">
      <dgm:prSet/>
      <dgm:spPr/>
      <dgm:t>
        <a:bodyPr/>
        <a:lstStyle/>
        <a:p>
          <a:endParaRPr lang="en-CA"/>
        </a:p>
      </dgm:t>
    </dgm:pt>
    <dgm:pt modelId="{AE78B343-8041-4D72-B1CB-C5C754803E26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Federated Governance</a:t>
          </a:r>
          <a:r>
            <a:rPr lang="en-CA" b="0" i="0"/>
            <a:t>: Central standards, decentralized execution.</a:t>
          </a:r>
        </a:p>
      </dgm:t>
    </dgm:pt>
    <dgm:pt modelId="{8835B635-57D2-42AF-B319-208A9E7D0024}" type="parTrans" cxnId="{33DB90CD-FECB-49AA-A57F-93F8AE6675AC}">
      <dgm:prSet/>
      <dgm:spPr/>
      <dgm:t>
        <a:bodyPr/>
        <a:lstStyle/>
        <a:p>
          <a:endParaRPr lang="en-CA"/>
        </a:p>
      </dgm:t>
    </dgm:pt>
    <dgm:pt modelId="{1EA420A6-5751-4FC4-BBEF-E3A28137D3C7}" type="sibTrans" cxnId="{33DB90CD-FECB-49AA-A57F-93F8AE6675AC}">
      <dgm:prSet/>
      <dgm:spPr/>
      <dgm:t>
        <a:bodyPr/>
        <a:lstStyle/>
        <a:p>
          <a:endParaRPr lang="en-CA"/>
        </a:p>
      </dgm:t>
    </dgm:pt>
    <dgm:pt modelId="{031E4A06-BAD0-45B4-A8BE-0E643FB666EC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CA" b="1" i="0"/>
            <a:t>Transparency</a:t>
          </a:r>
          <a:r>
            <a:rPr lang="en-CA" b="0" i="0"/>
            <a:t>: Monitor compliance and provide dashboards.</a:t>
          </a:r>
        </a:p>
      </dgm:t>
    </dgm:pt>
    <dgm:pt modelId="{ABB7BC31-59B1-48D6-BBDD-DA6E114F90A5}" type="parTrans" cxnId="{30FE6CFC-8CD1-4FED-A5D4-245863F43F12}">
      <dgm:prSet/>
      <dgm:spPr/>
      <dgm:t>
        <a:bodyPr/>
        <a:lstStyle/>
        <a:p>
          <a:endParaRPr lang="en-CA"/>
        </a:p>
      </dgm:t>
    </dgm:pt>
    <dgm:pt modelId="{31147D3E-A38A-4EB1-AC78-A946CAF4DACA}" type="sibTrans" cxnId="{30FE6CFC-8CD1-4FED-A5D4-245863F43F12}">
      <dgm:prSet/>
      <dgm:spPr/>
      <dgm:t>
        <a:bodyPr/>
        <a:lstStyle/>
        <a:p>
          <a:endParaRPr lang="en-CA"/>
        </a:p>
      </dgm:t>
    </dgm:pt>
    <dgm:pt modelId="{4491F66B-7533-407F-90C5-243B98FD1642}" type="pres">
      <dgm:prSet presAssocID="{8EA46CD1-68F5-4374-801D-F2166F59EC6B}" presName="vert0" presStyleCnt="0">
        <dgm:presLayoutVars>
          <dgm:dir/>
          <dgm:animOne val="branch"/>
          <dgm:animLvl val="lvl"/>
        </dgm:presLayoutVars>
      </dgm:prSet>
      <dgm:spPr/>
    </dgm:pt>
    <dgm:pt modelId="{2FC04351-09D3-427B-866B-21993BBBD390}" type="pres">
      <dgm:prSet presAssocID="{1E88609B-EE5B-489D-9E56-F3057C49BBEE}" presName="thickLine" presStyleLbl="alignNode1" presStyleIdx="0" presStyleCnt="9"/>
      <dgm:spPr/>
    </dgm:pt>
    <dgm:pt modelId="{7FE789FD-1CD4-4D69-AF39-3725C7F5A670}" type="pres">
      <dgm:prSet presAssocID="{1E88609B-EE5B-489D-9E56-F3057C49BBEE}" presName="horz1" presStyleCnt="0"/>
      <dgm:spPr/>
    </dgm:pt>
    <dgm:pt modelId="{7D922327-DE3E-4C64-A9CE-3AF1A196ACC1}" type="pres">
      <dgm:prSet presAssocID="{1E88609B-EE5B-489D-9E56-F3057C49BBEE}" presName="tx1" presStyleLbl="revTx" presStyleIdx="0" presStyleCnt="9"/>
      <dgm:spPr/>
    </dgm:pt>
    <dgm:pt modelId="{74F74EB5-8CA3-4BA1-82D2-9AC2AFC186DE}" type="pres">
      <dgm:prSet presAssocID="{1E88609B-EE5B-489D-9E56-F3057C49BBEE}" presName="vert1" presStyleCnt="0"/>
      <dgm:spPr/>
    </dgm:pt>
    <dgm:pt modelId="{5988DA7C-C213-4E7B-A29C-9EA7D1B6B201}" type="pres">
      <dgm:prSet presAssocID="{FAB26BBB-0C8C-4A21-BDB7-025F28F5E212}" presName="thickLine" presStyleLbl="alignNode1" presStyleIdx="1" presStyleCnt="9"/>
      <dgm:spPr/>
    </dgm:pt>
    <dgm:pt modelId="{4AD7AA0F-C89A-447A-B290-74E5DF913124}" type="pres">
      <dgm:prSet presAssocID="{FAB26BBB-0C8C-4A21-BDB7-025F28F5E212}" presName="horz1" presStyleCnt="0"/>
      <dgm:spPr/>
    </dgm:pt>
    <dgm:pt modelId="{21D9D964-CDAC-42FF-9956-30211AF402BD}" type="pres">
      <dgm:prSet presAssocID="{FAB26BBB-0C8C-4A21-BDB7-025F28F5E212}" presName="tx1" presStyleLbl="revTx" presStyleIdx="1" presStyleCnt="9"/>
      <dgm:spPr/>
    </dgm:pt>
    <dgm:pt modelId="{12814DF6-0C76-4E6D-BDF4-3DE9A06FCAE7}" type="pres">
      <dgm:prSet presAssocID="{FAB26BBB-0C8C-4A21-BDB7-025F28F5E212}" presName="vert1" presStyleCnt="0"/>
      <dgm:spPr/>
    </dgm:pt>
    <dgm:pt modelId="{BA34671D-0772-4AD7-8036-76BD3FC22FCC}" type="pres">
      <dgm:prSet presAssocID="{E7C1EC67-A119-4D5B-B5DA-77F90BE5C955}" presName="thickLine" presStyleLbl="alignNode1" presStyleIdx="2" presStyleCnt="9"/>
      <dgm:spPr/>
    </dgm:pt>
    <dgm:pt modelId="{7AD13D34-71A0-4FE0-9562-A832C2854FE5}" type="pres">
      <dgm:prSet presAssocID="{E7C1EC67-A119-4D5B-B5DA-77F90BE5C955}" presName="horz1" presStyleCnt="0"/>
      <dgm:spPr/>
    </dgm:pt>
    <dgm:pt modelId="{1D7BFA5E-35C1-4EAD-801E-598913EBF4A6}" type="pres">
      <dgm:prSet presAssocID="{E7C1EC67-A119-4D5B-B5DA-77F90BE5C955}" presName="tx1" presStyleLbl="revTx" presStyleIdx="2" presStyleCnt="9"/>
      <dgm:spPr/>
    </dgm:pt>
    <dgm:pt modelId="{BFD1A94A-BD8E-4D21-AF66-42B6E1ADC01B}" type="pres">
      <dgm:prSet presAssocID="{E7C1EC67-A119-4D5B-B5DA-77F90BE5C955}" presName="vert1" presStyleCnt="0"/>
      <dgm:spPr/>
    </dgm:pt>
    <dgm:pt modelId="{2227BEE0-B4F3-42AF-A48C-AB1E88020236}" type="pres">
      <dgm:prSet presAssocID="{AE78B343-8041-4D72-B1CB-C5C754803E26}" presName="thickLine" presStyleLbl="alignNode1" presStyleIdx="3" presStyleCnt="9"/>
      <dgm:spPr/>
    </dgm:pt>
    <dgm:pt modelId="{823EDED2-9892-4CCE-8E5F-91D45C75F994}" type="pres">
      <dgm:prSet presAssocID="{AE78B343-8041-4D72-B1CB-C5C754803E26}" presName="horz1" presStyleCnt="0"/>
      <dgm:spPr/>
    </dgm:pt>
    <dgm:pt modelId="{DD96AA0A-BB9D-445E-83B5-6B1DC9F2B289}" type="pres">
      <dgm:prSet presAssocID="{AE78B343-8041-4D72-B1CB-C5C754803E26}" presName="tx1" presStyleLbl="revTx" presStyleIdx="3" presStyleCnt="9"/>
      <dgm:spPr/>
    </dgm:pt>
    <dgm:pt modelId="{AB70440E-A58D-45C3-A5E6-2985A517B018}" type="pres">
      <dgm:prSet presAssocID="{AE78B343-8041-4D72-B1CB-C5C754803E26}" presName="vert1" presStyleCnt="0"/>
      <dgm:spPr/>
    </dgm:pt>
    <dgm:pt modelId="{A0FED96A-A3F8-4309-94F5-77FF47B29ACB}" type="pres">
      <dgm:prSet presAssocID="{031E4A06-BAD0-45B4-A8BE-0E643FB666EC}" presName="thickLine" presStyleLbl="alignNode1" presStyleIdx="4" presStyleCnt="9"/>
      <dgm:spPr/>
    </dgm:pt>
    <dgm:pt modelId="{8605B378-0AAB-406C-80D6-95559F97A55A}" type="pres">
      <dgm:prSet presAssocID="{031E4A06-BAD0-45B4-A8BE-0E643FB666EC}" presName="horz1" presStyleCnt="0"/>
      <dgm:spPr/>
    </dgm:pt>
    <dgm:pt modelId="{E69B71EC-5F49-46BE-B3AA-1CA13635B497}" type="pres">
      <dgm:prSet presAssocID="{031E4A06-BAD0-45B4-A8BE-0E643FB666EC}" presName="tx1" presStyleLbl="revTx" presStyleIdx="4" presStyleCnt="9"/>
      <dgm:spPr/>
    </dgm:pt>
    <dgm:pt modelId="{0230EBBC-BD99-4B11-AE42-21835B1851D7}" type="pres">
      <dgm:prSet presAssocID="{031E4A06-BAD0-45B4-A8BE-0E643FB666EC}" presName="vert1" presStyleCnt="0"/>
      <dgm:spPr/>
    </dgm:pt>
    <dgm:pt modelId="{A70D534D-D5AF-4C63-A0EF-B9A006B945A9}" type="pres">
      <dgm:prSet presAssocID="{211B87BF-9C9F-46C4-A094-155A2ACB00B6}" presName="thickLine" presStyleLbl="alignNode1" presStyleIdx="5" presStyleCnt="9"/>
      <dgm:spPr/>
    </dgm:pt>
    <dgm:pt modelId="{01649F36-AA7A-400B-A51C-7B1C87D5116A}" type="pres">
      <dgm:prSet presAssocID="{211B87BF-9C9F-46C4-A094-155A2ACB00B6}" presName="horz1" presStyleCnt="0"/>
      <dgm:spPr/>
    </dgm:pt>
    <dgm:pt modelId="{9D1009A3-8449-4EE7-8CDE-5D4042A8A4D1}" type="pres">
      <dgm:prSet presAssocID="{211B87BF-9C9F-46C4-A094-155A2ACB00B6}" presName="tx1" presStyleLbl="revTx" presStyleIdx="5" presStyleCnt="9"/>
      <dgm:spPr/>
    </dgm:pt>
    <dgm:pt modelId="{D2520C29-78A0-485A-AACA-9EC175D58681}" type="pres">
      <dgm:prSet presAssocID="{211B87BF-9C9F-46C4-A094-155A2ACB00B6}" presName="vert1" presStyleCnt="0"/>
      <dgm:spPr/>
    </dgm:pt>
    <dgm:pt modelId="{7491BD69-59C5-4E70-B8EA-D70489EB63C7}" type="pres">
      <dgm:prSet presAssocID="{7EE931DE-15DE-42D1-87EE-46730D4B2F3F}" presName="thickLine" presStyleLbl="alignNode1" presStyleIdx="6" presStyleCnt="9"/>
      <dgm:spPr/>
    </dgm:pt>
    <dgm:pt modelId="{765D39DE-81A6-4EF4-B6D6-E85D5EE38DF1}" type="pres">
      <dgm:prSet presAssocID="{7EE931DE-15DE-42D1-87EE-46730D4B2F3F}" presName="horz1" presStyleCnt="0"/>
      <dgm:spPr/>
    </dgm:pt>
    <dgm:pt modelId="{7DD38F9C-6A0D-48B9-A563-AFA86EC70ADB}" type="pres">
      <dgm:prSet presAssocID="{7EE931DE-15DE-42D1-87EE-46730D4B2F3F}" presName="tx1" presStyleLbl="revTx" presStyleIdx="6" presStyleCnt="9"/>
      <dgm:spPr/>
    </dgm:pt>
    <dgm:pt modelId="{354B01DF-65DD-478C-AAB0-F717D6F418B3}" type="pres">
      <dgm:prSet presAssocID="{7EE931DE-15DE-42D1-87EE-46730D4B2F3F}" presName="vert1" presStyleCnt="0"/>
      <dgm:spPr/>
    </dgm:pt>
    <dgm:pt modelId="{B619FEC2-5AA7-4317-9D99-DBD3E5F0CBC4}" type="pres">
      <dgm:prSet presAssocID="{F484FDBB-2810-47F1-A3AA-855B3DA732BA}" presName="thickLine" presStyleLbl="alignNode1" presStyleIdx="7" presStyleCnt="9"/>
      <dgm:spPr/>
    </dgm:pt>
    <dgm:pt modelId="{219DDDD4-F8E0-4009-927F-E21AAAEE23E5}" type="pres">
      <dgm:prSet presAssocID="{F484FDBB-2810-47F1-A3AA-855B3DA732BA}" presName="horz1" presStyleCnt="0"/>
      <dgm:spPr/>
    </dgm:pt>
    <dgm:pt modelId="{A873CA85-9002-462C-9498-61034F937062}" type="pres">
      <dgm:prSet presAssocID="{F484FDBB-2810-47F1-A3AA-855B3DA732BA}" presName="tx1" presStyleLbl="revTx" presStyleIdx="7" presStyleCnt="9"/>
      <dgm:spPr/>
    </dgm:pt>
    <dgm:pt modelId="{F8579DC2-ADDB-453B-A470-6D5E6B80E165}" type="pres">
      <dgm:prSet presAssocID="{F484FDBB-2810-47F1-A3AA-855B3DA732BA}" presName="vert1" presStyleCnt="0"/>
      <dgm:spPr/>
    </dgm:pt>
    <dgm:pt modelId="{6AC59727-2BE4-4DE0-8B2B-FA413859ECCC}" type="pres">
      <dgm:prSet presAssocID="{64EA7C90-D513-46D9-8E6D-35E9706717FA}" presName="thickLine" presStyleLbl="alignNode1" presStyleIdx="8" presStyleCnt="9"/>
      <dgm:spPr/>
    </dgm:pt>
    <dgm:pt modelId="{49F71C8A-9FC0-4784-AB1E-08A7B02F6315}" type="pres">
      <dgm:prSet presAssocID="{64EA7C90-D513-46D9-8E6D-35E9706717FA}" presName="horz1" presStyleCnt="0"/>
      <dgm:spPr/>
    </dgm:pt>
    <dgm:pt modelId="{1D505558-EB8A-4177-AC17-A9618705DA52}" type="pres">
      <dgm:prSet presAssocID="{64EA7C90-D513-46D9-8E6D-35E9706717FA}" presName="tx1" presStyleLbl="revTx" presStyleIdx="8" presStyleCnt="9"/>
      <dgm:spPr/>
    </dgm:pt>
    <dgm:pt modelId="{C05000CA-5197-4242-BC8C-BE58861C79C0}" type="pres">
      <dgm:prSet presAssocID="{64EA7C90-D513-46D9-8E6D-35E9706717FA}" presName="vert1" presStyleCnt="0"/>
      <dgm:spPr/>
    </dgm:pt>
  </dgm:ptLst>
  <dgm:cxnLst>
    <dgm:cxn modelId="{56C82B0F-1C57-4988-BE94-BE2412343E5B}" type="presOf" srcId="{8EA46CD1-68F5-4374-801D-F2166F59EC6B}" destId="{4491F66B-7533-407F-90C5-243B98FD1642}" srcOrd="0" destOrd="0" presId="urn:microsoft.com/office/officeart/2008/layout/LinedList"/>
    <dgm:cxn modelId="{97F0E514-5500-40D3-A34B-A2F89511153D}" type="presOf" srcId="{7EE931DE-15DE-42D1-87EE-46730D4B2F3F}" destId="{7DD38F9C-6A0D-48B9-A563-AFA86EC70ADB}" srcOrd="0" destOrd="0" presId="urn:microsoft.com/office/officeart/2008/layout/LinedList"/>
    <dgm:cxn modelId="{1FE32531-EEC6-4E34-A490-36AA23A2017D}" type="presOf" srcId="{031E4A06-BAD0-45B4-A8BE-0E643FB666EC}" destId="{E69B71EC-5F49-46BE-B3AA-1CA13635B497}" srcOrd="0" destOrd="0" presId="urn:microsoft.com/office/officeart/2008/layout/LinedList"/>
    <dgm:cxn modelId="{FC4F9F64-3B8B-4852-8558-A1E59D9C7D1E}" type="presOf" srcId="{64EA7C90-D513-46D9-8E6D-35E9706717FA}" destId="{1D505558-EB8A-4177-AC17-A9618705DA52}" srcOrd="0" destOrd="0" presId="urn:microsoft.com/office/officeart/2008/layout/LinedList"/>
    <dgm:cxn modelId="{0A605E67-6243-4785-BB40-C016416875A6}" srcId="{8EA46CD1-68F5-4374-801D-F2166F59EC6B}" destId="{E7C1EC67-A119-4D5B-B5DA-77F90BE5C955}" srcOrd="2" destOrd="0" parTransId="{500716C3-C21D-49CF-B842-1D55323BB435}" sibTransId="{824142C1-A0A5-4284-9FB0-1789476D20A8}"/>
    <dgm:cxn modelId="{39D02769-2002-4405-840E-DA7E2496DA4D}" type="presOf" srcId="{F484FDBB-2810-47F1-A3AA-855B3DA732BA}" destId="{A873CA85-9002-462C-9498-61034F937062}" srcOrd="0" destOrd="0" presId="urn:microsoft.com/office/officeart/2008/layout/LinedList"/>
    <dgm:cxn modelId="{D357B549-B9FE-4814-A18B-EE6117945974}" srcId="{8EA46CD1-68F5-4374-801D-F2166F59EC6B}" destId="{211B87BF-9C9F-46C4-A094-155A2ACB00B6}" srcOrd="5" destOrd="0" parTransId="{4B73DFFB-252C-4B7A-893D-E6AB34BA0A9B}" sibTransId="{8B08EBD4-518E-4E5B-9A75-E56674C62C44}"/>
    <dgm:cxn modelId="{FF33C34D-E296-4540-BCDB-73C81F71E040}" srcId="{8EA46CD1-68F5-4374-801D-F2166F59EC6B}" destId="{F484FDBB-2810-47F1-A3AA-855B3DA732BA}" srcOrd="7" destOrd="0" parTransId="{D8520E76-FF62-4DA6-BEF5-6BF111E64433}" sibTransId="{67ECD6A2-C575-4426-A537-A33BC262DA54}"/>
    <dgm:cxn modelId="{F8E9986F-3CB2-4FC1-8228-705AB86F350F}" srcId="{8EA46CD1-68F5-4374-801D-F2166F59EC6B}" destId="{7EE931DE-15DE-42D1-87EE-46730D4B2F3F}" srcOrd="6" destOrd="0" parTransId="{D36CAEFD-A4F4-4E70-91CC-64F08345FCC9}" sibTransId="{ED9E12D8-E1C0-4B16-9F91-EB9C4C012E34}"/>
    <dgm:cxn modelId="{DDEAF597-B3D3-452C-B246-75E29DC98CCD}" srcId="{8EA46CD1-68F5-4374-801D-F2166F59EC6B}" destId="{FAB26BBB-0C8C-4A21-BDB7-025F28F5E212}" srcOrd="1" destOrd="0" parTransId="{14A147D3-CF05-445F-8291-72D54FAAFE56}" sibTransId="{7FB57B19-A0A8-4F77-A87E-1DAA125C277E}"/>
    <dgm:cxn modelId="{9B74E0A6-35AA-4DB2-9ACB-71FE159E8975}" type="presOf" srcId="{E7C1EC67-A119-4D5B-B5DA-77F90BE5C955}" destId="{1D7BFA5E-35C1-4EAD-801E-598913EBF4A6}" srcOrd="0" destOrd="0" presId="urn:microsoft.com/office/officeart/2008/layout/LinedList"/>
    <dgm:cxn modelId="{74650CAF-E352-4712-BA58-D42CF500A881}" type="presOf" srcId="{FAB26BBB-0C8C-4A21-BDB7-025F28F5E212}" destId="{21D9D964-CDAC-42FF-9956-30211AF402BD}" srcOrd="0" destOrd="0" presId="urn:microsoft.com/office/officeart/2008/layout/LinedList"/>
    <dgm:cxn modelId="{F45254CB-1C67-49E8-BDC1-86AA82D71DA7}" type="presOf" srcId="{211B87BF-9C9F-46C4-A094-155A2ACB00B6}" destId="{9D1009A3-8449-4EE7-8CDE-5D4042A8A4D1}" srcOrd="0" destOrd="0" presId="urn:microsoft.com/office/officeart/2008/layout/LinedList"/>
    <dgm:cxn modelId="{33DB90CD-FECB-49AA-A57F-93F8AE6675AC}" srcId="{8EA46CD1-68F5-4374-801D-F2166F59EC6B}" destId="{AE78B343-8041-4D72-B1CB-C5C754803E26}" srcOrd="3" destOrd="0" parTransId="{8835B635-57D2-42AF-B319-208A9E7D0024}" sibTransId="{1EA420A6-5751-4FC4-BBEF-E3A28137D3C7}"/>
    <dgm:cxn modelId="{F5F43BD0-A017-43D1-AC7F-ABC8B8171607}" type="presOf" srcId="{1E88609B-EE5B-489D-9E56-F3057C49BBEE}" destId="{7D922327-DE3E-4C64-A9CE-3AF1A196ACC1}" srcOrd="0" destOrd="0" presId="urn:microsoft.com/office/officeart/2008/layout/LinedList"/>
    <dgm:cxn modelId="{F478FCD0-1A7E-4608-9E84-455B4B9D2487}" type="presOf" srcId="{AE78B343-8041-4D72-B1CB-C5C754803E26}" destId="{DD96AA0A-BB9D-445E-83B5-6B1DC9F2B289}" srcOrd="0" destOrd="0" presId="urn:microsoft.com/office/officeart/2008/layout/LinedList"/>
    <dgm:cxn modelId="{9B8F08D2-FCB3-48FC-9116-CACB41C9B900}" srcId="{8EA46CD1-68F5-4374-801D-F2166F59EC6B}" destId="{64EA7C90-D513-46D9-8E6D-35E9706717FA}" srcOrd="8" destOrd="0" parTransId="{6539929E-0AF5-4490-AE3C-9CEE66509C1C}" sibTransId="{1221D129-BEFD-4634-827D-2CB40EA82062}"/>
    <dgm:cxn modelId="{132A4FDE-75F3-427D-B324-73256A6EC02B}" srcId="{8EA46CD1-68F5-4374-801D-F2166F59EC6B}" destId="{1E88609B-EE5B-489D-9E56-F3057C49BBEE}" srcOrd="0" destOrd="0" parTransId="{F8EDA26F-B89C-49F5-A8D0-A5BE71DF7FC8}" sibTransId="{0EDEF64F-80DA-45BE-937A-F0A89FD1D282}"/>
    <dgm:cxn modelId="{30FE6CFC-8CD1-4FED-A5D4-245863F43F12}" srcId="{8EA46CD1-68F5-4374-801D-F2166F59EC6B}" destId="{031E4A06-BAD0-45B4-A8BE-0E643FB666EC}" srcOrd="4" destOrd="0" parTransId="{ABB7BC31-59B1-48D6-BBDD-DA6E114F90A5}" sibTransId="{31147D3E-A38A-4EB1-AC78-A946CAF4DACA}"/>
    <dgm:cxn modelId="{83D259A8-710E-40F1-BF66-23B9D8783249}" type="presParOf" srcId="{4491F66B-7533-407F-90C5-243B98FD1642}" destId="{2FC04351-09D3-427B-866B-21993BBBD390}" srcOrd="0" destOrd="0" presId="urn:microsoft.com/office/officeart/2008/layout/LinedList"/>
    <dgm:cxn modelId="{18657D9D-C17D-4674-9CD7-D0D54FA7B59B}" type="presParOf" srcId="{4491F66B-7533-407F-90C5-243B98FD1642}" destId="{7FE789FD-1CD4-4D69-AF39-3725C7F5A670}" srcOrd="1" destOrd="0" presId="urn:microsoft.com/office/officeart/2008/layout/LinedList"/>
    <dgm:cxn modelId="{8EA966BC-EF8E-4511-A8C5-BCB26AA94622}" type="presParOf" srcId="{7FE789FD-1CD4-4D69-AF39-3725C7F5A670}" destId="{7D922327-DE3E-4C64-A9CE-3AF1A196ACC1}" srcOrd="0" destOrd="0" presId="urn:microsoft.com/office/officeart/2008/layout/LinedList"/>
    <dgm:cxn modelId="{3D499AA8-18A2-45E6-A1E5-92822AE8D2B0}" type="presParOf" srcId="{7FE789FD-1CD4-4D69-AF39-3725C7F5A670}" destId="{74F74EB5-8CA3-4BA1-82D2-9AC2AFC186DE}" srcOrd="1" destOrd="0" presId="urn:microsoft.com/office/officeart/2008/layout/LinedList"/>
    <dgm:cxn modelId="{A3A054A4-F1EC-41D3-92B8-AB796F61290D}" type="presParOf" srcId="{4491F66B-7533-407F-90C5-243B98FD1642}" destId="{5988DA7C-C213-4E7B-A29C-9EA7D1B6B201}" srcOrd="2" destOrd="0" presId="urn:microsoft.com/office/officeart/2008/layout/LinedList"/>
    <dgm:cxn modelId="{0CEE75E6-FBCD-4E03-98F4-F1A10816A6F2}" type="presParOf" srcId="{4491F66B-7533-407F-90C5-243B98FD1642}" destId="{4AD7AA0F-C89A-447A-B290-74E5DF913124}" srcOrd="3" destOrd="0" presId="urn:microsoft.com/office/officeart/2008/layout/LinedList"/>
    <dgm:cxn modelId="{3F3E7548-DA47-4D19-9CCD-B256E3255C39}" type="presParOf" srcId="{4AD7AA0F-C89A-447A-B290-74E5DF913124}" destId="{21D9D964-CDAC-42FF-9956-30211AF402BD}" srcOrd="0" destOrd="0" presId="urn:microsoft.com/office/officeart/2008/layout/LinedList"/>
    <dgm:cxn modelId="{E7444885-48C5-43C3-8784-D4DBC82A85C5}" type="presParOf" srcId="{4AD7AA0F-C89A-447A-B290-74E5DF913124}" destId="{12814DF6-0C76-4E6D-BDF4-3DE9A06FCAE7}" srcOrd="1" destOrd="0" presId="urn:microsoft.com/office/officeart/2008/layout/LinedList"/>
    <dgm:cxn modelId="{DC4BCA1C-F51C-47E2-B284-71A63435ACC1}" type="presParOf" srcId="{4491F66B-7533-407F-90C5-243B98FD1642}" destId="{BA34671D-0772-4AD7-8036-76BD3FC22FCC}" srcOrd="4" destOrd="0" presId="urn:microsoft.com/office/officeart/2008/layout/LinedList"/>
    <dgm:cxn modelId="{A965D87B-1AE8-48F9-8728-904D9F1FA9BA}" type="presParOf" srcId="{4491F66B-7533-407F-90C5-243B98FD1642}" destId="{7AD13D34-71A0-4FE0-9562-A832C2854FE5}" srcOrd="5" destOrd="0" presId="urn:microsoft.com/office/officeart/2008/layout/LinedList"/>
    <dgm:cxn modelId="{05255FC9-EEE7-4988-A72C-6BAD9B2F384F}" type="presParOf" srcId="{7AD13D34-71A0-4FE0-9562-A832C2854FE5}" destId="{1D7BFA5E-35C1-4EAD-801E-598913EBF4A6}" srcOrd="0" destOrd="0" presId="urn:microsoft.com/office/officeart/2008/layout/LinedList"/>
    <dgm:cxn modelId="{4E85C81F-2E5B-427B-A1C2-F3DD7F5795DF}" type="presParOf" srcId="{7AD13D34-71A0-4FE0-9562-A832C2854FE5}" destId="{BFD1A94A-BD8E-4D21-AF66-42B6E1ADC01B}" srcOrd="1" destOrd="0" presId="urn:microsoft.com/office/officeart/2008/layout/LinedList"/>
    <dgm:cxn modelId="{45FB993E-134A-4403-A5E7-4B1E308B23DC}" type="presParOf" srcId="{4491F66B-7533-407F-90C5-243B98FD1642}" destId="{2227BEE0-B4F3-42AF-A48C-AB1E88020236}" srcOrd="6" destOrd="0" presId="urn:microsoft.com/office/officeart/2008/layout/LinedList"/>
    <dgm:cxn modelId="{7E655E67-E325-4EB4-BF20-7EBD413FEAC2}" type="presParOf" srcId="{4491F66B-7533-407F-90C5-243B98FD1642}" destId="{823EDED2-9892-4CCE-8E5F-91D45C75F994}" srcOrd="7" destOrd="0" presId="urn:microsoft.com/office/officeart/2008/layout/LinedList"/>
    <dgm:cxn modelId="{DF51E7F3-A47B-42B8-9340-A9B9E9DD128B}" type="presParOf" srcId="{823EDED2-9892-4CCE-8E5F-91D45C75F994}" destId="{DD96AA0A-BB9D-445E-83B5-6B1DC9F2B289}" srcOrd="0" destOrd="0" presId="urn:microsoft.com/office/officeart/2008/layout/LinedList"/>
    <dgm:cxn modelId="{B56641CF-A32F-41A0-B0C1-85007DF3E640}" type="presParOf" srcId="{823EDED2-9892-4CCE-8E5F-91D45C75F994}" destId="{AB70440E-A58D-45C3-A5E6-2985A517B018}" srcOrd="1" destOrd="0" presId="urn:microsoft.com/office/officeart/2008/layout/LinedList"/>
    <dgm:cxn modelId="{AE3FE86B-6DC3-4569-9556-24E9823449AD}" type="presParOf" srcId="{4491F66B-7533-407F-90C5-243B98FD1642}" destId="{A0FED96A-A3F8-4309-94F5-77FF47B29ACB}" srcOrd="8" destOrd="0" presId="urn:microsoft.com/office/officeart/2008/layout/LinedList"/>
    <dgm:cxn modelId="{BA5494E4-BA23-4FE8-A7BD-6574C464275D}" type="presParOf" srcId="{4491F66B-7533-407F-90C5-243B98FD1642}" destId="{8605B378-0AAB-406C-80D6-95559F97A55A}" srcOrd="9" destOrd="0" presId="urn:microsoft.com/office/officeart/2008/layout/LinedList"/>
    <dgm:cxn modelId="{9AFE9AF1-BE81-431E-AD2D-E3B90314B518}" type="presParOf" srcId="{8605B378-0AAB-406C-80D6-95559F97A55A}" destId="{E69B71EC-5F49-46BE-B3AA-1CA13635B497}" srcOrd="0" destOrd="0" presId="urn:microsoft.com/office/officeart/2008/layout/LinedList"/>
    <dgm:cxn modelId="{D363C6D4-2EA6-446F-A1D6-83DA2FC7F09A}" type="presParOf" srcId="{8605B378-0AAB-406C-80D6-95559F97A55A}" destId="{0230EBBC-BD99-4B11-AE42-21835B1851D7}" srcOrd="1" destOrd="0" presId="urn:microsoft.com/office/officeart/2008/layout/LinedList"/>
    <dgm:cxn modelId="{BFB6D125-67A2-4366-99F7-36A258B4C02F}" type="presParOf" srcId="{4491F66B-7533-407F-90C5-243B98FD1642}" destId="{A70D534D-D5AF-4C63-A0EF-B9A006B945A9}" srcOrd="10" destOrd="0" presId="urn:microsoft.com/office/officeart/2008/layout/LinedList"/>
    <dgm:cxn modelId="{499C367D-62D2-4E05-A48E-2F69C0F39A84}" type="presParOf" srcId="{4491F66B-7533-407F-90C5-243B98FD1642}" destId="{01649F36-AA7A-400B-A51C-7B1C87D5116A}" srcOrd="11" destOrd="0" presId="urn:microsoft.com/office/officeart/2008/layout/LinedList"/>
    <dgm:cxn modelId="{55F86556-CACB-4B8B-978E-396D51632238}" type="presParOf" srcId="{01649F36-AA7A-400B-A51C-7B1C87D5116A}" destId="{9D1009A3-8449-4EE7-8CDE-5D4042A8A4D1}" srcOrd="0" destOrd="0" presId="urn:microsoft.com/office/officeart/2008/layout/LinedList"/>
    <dgm:cxn modelId="{934B2362-1A44-4D99-8A4C-0913E7748D89}" type="presParOf" srcId="{01649F36-AA7A-400B-A51C-7B1C87D5116A}" destId="{D2520C29-78A0-485A-AACA-9EC175D58681}" srcOrd="1" destOrd="0" presId="urn:microsoft.com/office/officeart/2008/layout/LinedList"/>
    <dgm:cxn modelId="{BB9E8688-6445-46AF-B592-ACA334DAB6ED}" type="presParOf" srcId="{4491F66B-7533-407F-90C5-243B98FD1642}" destId="{7491BD69-59C5-4E70-B8EA-D70489EB63C7}" srcOrd="12" destOrd="0" presId="urn:microsoft.com/office/officeart/2008/layout/LinedList"/>
    <dgm:cxn modelId="{A1535B2B-8AE6-4924-8893-2525EE4A81A9}" type="presParOf" srcId="{4491F66B-7533-407F-90C5-243B98FD1642}" destId="{765D39DE-81A6-4EF4-B6D6-E85D5EE38DF1}" srcOrd="13" destOrd="0" presId="urn:microsoft.com/office/officeart/2008/layout/LinedList"/>
    <dgm:cxn modelId="{0E11C8B4-87A4-49F1-A543-F91BC7C98369}" type="presParOf" srcId="{765D39DE-81A6-4EF4-B6D6-E85D5EE38DF1}" destId="{7DD38F9C-6A0D-48B9-A563-AFA86EC70ADB}" srcOrd="0" destOrd="0" presId="urn:microsoft.com/office/officeart/2008/layout/LinedList"/>
    <dgm:cxn modelId="{CED7CA6A-B15B-4A30-A8BC-C78407430A14}" type="presParOf" srcId="{765D39DE-81A6-4EF4-B6D6-E85D5EE38DF1}" destId="{354B01DF-65DD-478C-AAB0-F717D6F418B3}" srcOrd="1" destOrd="0" presId="urn:microsoft.com/office/officeart/2008/layout/LinedList"/>
    <dgm:cxn modelId="{F764446A-8D06-42F5-ACE3-674D260B5DB2}" type="presParOf" srcId="{4491F66B-7533-407F-90C5-243B98FD1642}" destId="{B619FEC2-5AA7-4317-9D99-DBD3E5F0CBC4}" srcOrd="14" destOrd="0" presId="urn:microsoft.com/office/officeart/2008/layout/LinedList"/>
    <dgm:cxn modelId="{78F037C8-8787-440D-ADE0-6C4A2752BEFA}" type="presParOf" srcId="{4491F66B-7533-407F-90C5-243B98FD1642}" destId="{219DDDD4-F8E0-4009-927F-E21AAAEE23E5}" srcOrd="15" destOrd="0" presId="urn:microsoft.com/office/officeart/2008/layout/LinedList"/>
    <dgm:cxn modelId="{AC4A3668-84A5-48FF-A016-D350E30E1FCB}" type="presParOf" srcId="{219DDDD4-F8E0-4009-927F-E21AAAEE23E5}" destId="{A873CA85-9002-462C-9498-61034F937062}" srcOrd="0" destOrd="0" presId="urn:microsoft.com/office/officeart/2008/layout/LinedList"/>
    <dgm:cxn modelId="{409DFBA2-E331-40BD-85C6-630C7452574C}" type="presParOf" srcId="{219DDDD4-F8E0-4009-927F-E21AAAEE23E5}" destId="{F8579DC2-ADDB-453B-A470-6D5E6B80E165}" srcOrd="1" destOrd="0" presId="urn:microsoft.com/office/officeart/2008/layout/LinedList"/>
    <dgm:cxn modelId="{4B2F3337-65A2-463A-8808-256EC724674C}" type="presParOf" srcId="{4491F66B-7533-407F-90C5-243B98FD1642}" destId="{6AC59727-2BE4-4DE0-8B2B-FA413859ECCC}" srcOrd="16" destOrd="0" presId="urn:microsoft.com/office/officeart/2008/layout/LinedList"/>
    <dgm:cxn modelId="{5F228432-C325-49B5-93C1-61ED37C7AE3C}" type="presParOf" srcId="{4491F66B-7533-407F-90C5-243B98FD1642}" destId="{49F71C8A-9FC0-4784-AB1E-08A7B02F6315}" srcOrd="17" destOrd="0" presId="urn:microsoft.com/office/officeart/2008/layout/LinedList"/>
    <dgm:cxn modelId="{900FA8A5-9135-4054-84F9-D5D860782806}" type="presParOf" srcId="{49F71C8A-9FC0-4784-AB1E-08A7B02F6315}" destId="{1D505558-EB8A-4177-AC17-A9618705DA52}" srcOrd="0" destOrd="0" presId="urn:microsoft.com/office/officeart/2008/layout/LinedList"/>
    <dgm:cxn modelId="{18CFCFF6-0445-4AF7-835F-36C8F723BB49}" type="presParOf" srcId="{49F71C8A-9FC0-4784-AB1E-08A7B02F6315}" destId="{C05000CA-5197-4242-BC8C-BE58861C79C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A46CD1-68F5-4374-801D-F2166F59EC6B}" type="doc">
      <dgm:prSet loTypeId="urn:microsoft.com/office/officeart/2008/layout/LinedList" loCatId="list" qsTypeId="urn:microsoft.com/office/officeart/2005/8/quickstyle/simple1#6" qsCatId="simple" csTypeId="urn:microsoft.com/office/officeart/2005/8/colors/accent2_1#6" csCatId="accent2" phldr="1"/>
      <dgm:spPr/>
      <dgm:t>
        <a:bodyPr/>
        <a:lstStyle/>
        <a:p>
          <a:endParaRPr lang="en-CA"/>
        </a:p>
      </dgm:t>
    </dgm:pt>
    <dgm:pt modelId="{1E88609B-EE5B-489D-9E56-F3057C49BBE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800" b="1" i="0"/>
            <a:t>Ship small, ship often.</a:t>
          </a:r>
          <a:r>
            <a:rPr lang="en-CA" sz="1800" b="0" i="0"/>
            <a:t> Use CI/CD for pipelines, policies, and semantic artifacts; aim for safe, frequent releases.</a:t>
          </a:r>
        </a:p>
      </dgm:t>
    </dgm:pt>
    <dgm:pt modelId="{F8EDA26F-B89C-49F5-A8D0-A5BE71DF7FC8}" type="parTrans" cxnId="{132A4FDE-75F3-427D-B324-73256A6EC02B}">
      <dgm:prSet/>
      <dgm:spPr/>
      <dgm:t>
        <a:bodyPr/>
        <a:lstStyle/>
        <a:p>
          <a:endParaRPr lang="en-CA" sz="1050"/>
        </a:p>
      </dgm:t>
    </dgm:pt>
    <dgm:pt modelId="{0EDEF64F-80DA-45BE-937A-F0A89FD1D282}" type="sibTrans" cxnId="{132A4FDE-75F3-427D-B324-73256A6EC02B}">
      <dgm:prSet/>
      <dgm:spPr/>
      <dgm:t>
        <a:bodyPr/>
        <a:lstStyle/>
        <a:p>
          <a:endParaRPr lang="en-CA" sz="1050"/>
        </a:p>
      </dgm:t>
    </dgm:pt>
    <dgm:pt modelId="{B1A71A11-9129-4B79-931A-B26AA972FFE4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CA" sz="1800" b="1" i="0"/>
            <a:t>Watch for drift.</a:t>
          </a:r>
          <a:r>
            <a:rPr lang="en-CA" sz="1800" b="0" i="0"/>
            <a:t> Detect data and model drift early; alert owners with clear actions.</a:t>
          </a:r>
          <a:endParaRPr lang="en-CA" sz="1800" b="1" i="0"/>
        </a:p>
      </dgm:t>
    </dgm:pt>
    <dgm:pt modelId="{3E3AF275-03D1-496F-80EF-8E7F82E54E34}" type="parTrans" cxnId="{4D92EBF2-510E-4976-9AC6-4DA2BFB0803D}">
      <dgm:prSet/>
      <dgm:spPr/>
      <dgm:t>
        <a:bodyPr/>
        <a:lstStyle/>
        <a:p>
          <a:endParaRPr lang="en-CA" sz="1050"/>
        </a:p>
      </dgm:t>
    </dgm:pt>
    <dgm:pt modelId="{2CF8ABBD-98C2-49C5-8DE8-1AB92ECC5B61}" type="sibTrans" cxnId="{4D92EBF2-510E-4976-9AC6-4DA2BFB0803D}">
      <dgm:prSet/>
      <dgm:spPr/>
      <dgm:t>
        <a:bodyPr/>
        <a:lstStyle/>
        <a:p>
          <a:endParaRPr lang="en-CA" sz="1050"/>
        </a:p>
      </dgm:t>
    </dgm:pt>
    <dgm:pt modelId="{E5961028-31B5-4B7A-8301-BEC46B27A2EA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CA" sz="1800" b="1" i="0"/>
            <a:t>SLOs beat slogans.</a:t>
          </a:r>
          <a:r>
            <a:rPr lang="en-CA" sz="1800" b="0" i="0"/>
            <a:t> Define freshness, availability, and accuracy targets; report them openly.</a:t>
          </a:r>
          <a:endParaRPr lang="en-CA" sz="1800" b="1" i="0"/>
        </a:p>
      </dgm:t>
    </dgm:pt>
    <dgm:pt modelId="{9B5895E9-B3A5-4D62-B89D-EEA57528631B}" type="parTrans" cxnId="{EAFD23EF-4167-485A-9064-9407FA8B6194}">
      <dgm:prSet/>
      <dgm:spPr/>
      <dgm:t>
        <a:bodyPr/>
        <a:lstStyle/>
        <a:p>
          <a:endParaRPr lang="en-CA" sz="1050"/>
        </a:p>
      </dgm:t>
    </dgm:pt>
    <dgm:pt modelId="{CB93962F-9820-455E-BFA7-53BA02A2B746}" type="sibTrans" cxnId="{EAFD23EF-4167-485A-9064-9407FA8B6194}">
      <dgm:prSet/>
      <dgm:spPr/>
      <dgm:t>
        <a:bodyPr/>
        <a:lstStyle/>
        <a:p>
          <a:endParaRPr lang="en-CA" sz="1050"/>
        </a:p>
      </dgm:t>
    </dgm:pt>
    <dgm:pt modelId="{6ABA3E7C-2C92-4892-9FC5-28D41120EF08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CA" sz="1800" b="1" i="0"/>
            <a:t>Incident playbooks.</a:t>
          </a:r>
          <a:r>
            <a:rPr lang="en-CA" sz="1800" b="0" i="0"/>
            <a:t> Have runbooks for data incidents with roles, steps, and communication templates.</a:t>
          </a:r>
          <a:endParaRPr lang="en-CA" sz="1800" b="1" i="0"/>
        </a:p>
      </dgm:t>
    </dgm:pt>
    <dgm:pt modelId="{4086683B-8F04-4022-A83A-57549A9A4326}" type="parTrans" cxnId="{055702C2-EA1A-4E38-A30B-EFD09EAA0C34}">
      <dgm:prSet/>
      <dgm:spPr/>
      <dgm:t>
        <a:bodyPr/>
        <a:lstStyle/>
        <a:p>
          <a:endParaRPr lang="en-CA" sz="1050"/>
        </a:p>
      </dgm:t>
    </dgm:pt>
    <dgm:pt modelId="{92FCD162-BB23-4B3D-A396-00830D177465}" type="sibTrans" cxnId="{055702C2-EA1A-4E38-A30B-EFD09EAA0C34}">
      <dgm:prSet/>
      <dgm:spPr/>
      <dgm:t>
        <a:bodyPr/>
        <a:lstStyle/>
        <a:p>
          <a:endParaRPr lang="en-CA" sz="1050"/>
        </a:p>
      </dgm:t>
    </dgm:pt>
    <dgm:pt modelId="{4491F66B-7533-407F-90C5-243B98FD1642}" type="pres">
      <dgm:prSet presAssocID="{8EA46CD1-68F5-4374-801D-F2166F59EC6B}" presName="vert0" presStyleCnt="0">
        <dgm:presLayoutVars>
          <dgm:dir/>
          <dgm:animOne val="branch"/>
          <dgm:animLvl val="lvl"/>
        </dgm:presLayoutVars>
      </dgm:prSet>
      <dgm:spPr/>
    </dgm:pt>
    <dgm:pt modelId="{2FC04351-09D3-427B-866B-21993BBBD390}" type="pres">
      <dgm:prSet presAssocID="{1E88609B-EE5B-489D-9E56-F3057C49BBEE}" presName="thickLine" presStyleLbl="alignNode1" presStyleIdx="0" presStyleCnt="4"/>
      <dgm:spPr/>
    </dgm:pt>
    <dgm:pt modelId="{7FE789FD-1CD4-4D69-AF39-3725C7F5A670}" type="pres">
      <dgm:prSet presAssocID="{1E88609B-EE5B-489D-9E56-F3057C49BBEE}" presName="horz1" presStyleCnt="0"/>
      <dgm:spPr/>
    </dgm:pt>
    <dgm:pt modelId="{7D922327-DE3E-4C64-A9CE-3AF1A196ACC1}" type="pres">
      <dgm:prSet presAssocID="{1E88609B-EE5B-489D-9E56-F3057C49BBEE}" presName="tx1" presStyleLbl="revTx" presStyleIdx="0" presStyleCnt="4"/>
      <dgm:spPr/>
    </dgm:pt>
    <dgm:pt modelId="{74F74EB5-8CA3-4BA1-82D2-9AC2AFC186DE}" type="pres">
      <dgm:prSet presAssocID="{1E88609B-EE5B-489D-9E56-F3057C49BBEE}" presName="vert1" presStyleCnt="0"/>
      <dgm:spPr/>
    </dgm:pt>
    <dgm:pt modelId="{1667EA9A-2050-4C51-83C7-FEC6FB72BF21}" type="pres">
      <dgm:prSet presAssocID="{B1A71A11-9129-4B79-931A-B26AA972FFE4}" presName="thickLine" presStyleLbl="alignNode1" presStyleIdx="1" presStyleCnt="4"/>
      <dgm:spPr/>
    </dgm:pt>
    <dgm:pt modelId="{EDBB3C16-0A02-4944-8DA6-FB5C4310559A}" type="pres">
      <dgm:prSet presAssocID="{B1A71A11-9129-4B79-931A-B26AA972FFE4}" presName="horz1" presStyleCnt="0"/>
      <dgm:spPr/>
    </dgm:pt>
    <dgm:pt modelId="{CF5108E6-6B32-4C0B-9861-BB90DC6853E2}" type="pres">
      <dgm:prSet presAssocID="{B1A71A11-9129-4B79-931A-B26AA972FFE4}" presName="tx1" presStyleLbl="revTx" presStyleIdx="1" presStyleCnt="4"/>
      <dgm:spPr/>
    </dgm:pt>
    <dgm:pt modelId="{C48CFB0C-80D1-421A-B9FC-9AA47C5F078F}" type="pres">
      <dgm:prSet presAssocID="{B1A71A11-9129-4B79-931A-B26AA972FFE4}" presName="vert1" presStyleCnt="0"/>
      <dgm:spPr/>
    </dgm:pt>
    <dgm:pt modelId="{ED112D73-6397-4E96-A88A-120BF900C98E}" type="pres">
      <dgm:prSet presAssocID="{E5961028-31B5-4B7A-8301-BEC46B27A2EA}" presName="thickLine" presStyleLbl="alignNode1" presStyleIdx="2" presStyleCnt="4"/>
      <dgm:spPr/>
    </dgm:pt>
    <dgm:pt modelId="{C8AE0C90-5921-4A03-BAC4-7939CF8868F7}" type="pres">
      <dgm:prSet presAssocID="{E5961028-31B5-4B7A-8301-BEC46B27A2EA}" presName="horz1" presStyleCnt="0"/>
      <dgm:spPr/>
    </dgm:pt>
    <dgm:pt modelId="{D8F33661-D81A-4ED3-9300-B9AF2E4D0408}" type="pres">
      <dgm:prSet presAssocID="{E5961028-31B5-4B7A-8301-BEC46B27A2EA}" presName="tx1" presStyleLbl="revTx" presStyleIdx="2" presStyleCnt="4"/>
      <dgm:spPr/>
    </dgm:pt>
    <dgm:pt modelId="{848C72B9-6875-4936-BE63-8633D49D275B}" type="pres">
      <dgm:prSet presAssocID="{E5961028-31B5-4B7A-8301-BEC46B27A2EA}" presName="vert1" presStyleCnt="0"/>
      <dgm:spPr/>
    </dgm:pt>
    <dgm:pt modelId="{E0EF3362-35DF-45F1-8EB4-5E94816BFFB2}" type="pres">
      <dgm:prSet presAssocID="{6ABA3E7C-2C92-4892-9FC5-28D41120EF08}" presName="thickLine" presStyleLbl="alignNode1" presStyleIdx="3" presStyleCnt="4"/>
      <dgm:spPr/>
    </dgm:pt>
    <dgm:pt modelId="{C2D4C8B4-1978-4254-967A-A5D4CA316EAE}" type="pres">
      <dgm:prSet presAssocID="{6ABA3E7C-2C92-4892-9FC5-28D41120EF08}" presName="horz1" presStyleCnt="0"/>
      <dgm:spPr/>
    </dgm:pt>
    <dgm:pt modelId="{416552F5-583C-492F-BBB3-929E5215F2CD}" type="pres">
      <dgm:prSet presAssocID="{6ABA3E7C-2C92-4892-9FC5-28D41120EF08}" presName="tx1" presStyleLbl="revTx" presStyleIdx="3" presStyleCnt="4"/>
      <dgm:spPr/>
    </dgm:pt>
    <dgm:pt modelId="{453E0976-05FB-4B6E-B100-0FF295174762}" type="pres">
      <dgm:prSet presAssocID="{6ABA3E7C-2C92-4892-9FC5-28D41120EF08}" presName="vert1" presStyleCnt="0"/>
      <dgm:spPr/>
    </dgm:pt>
  </dgm:ptLst>
  <dgm:cxnLst>
    <dgm:cxn modelId="{56C82B0F-1C57-4988-BE94-BE2412343E5B}" type="presOf" srcId="{8EA46CD1-68F5-4374-801D-F2166F59EC6B}" destId="{4491F66B-7533-407F-90C5-243B98FD1642}" srcOrd="0" destOrd="0" presId="urn:microsoft.com/office/officeart/2008/layout/LinedList"/>
    <dgm:cxn modelId="{C08B4C3D-D6E9-4AC2-A3B3-B9A698A3E3DE}" type="presOf" srcId="{E5961028-31B5-4B7A-8301-BEC46B27A2EA}" destId="{D8F33661-D81A-4ED3-9300-B9AF2E4D0408}" srcOrd="0" destOrd="0" presId="urn:microsoft.com/office/officeart/2008/layout/LinedList"/>
    <dgm:cxn modelId="{761D723F-1643-412C-B2CD-81FA282EDCC7}" type="presOf" srcId="{6ABA3E7C-2C92-4892-9FC5-28D41120EF08}" destId="{416552F5-583C-492F-BBB3-929E5215F2CD}" srcOrd="0" destOrd="0" presId="urn:microsoft.com/office/officeart/2008/layout/LinedList"/>
    <dgm:cxn modelId="{1167B78C-111C-4D40-A4DE-BB0FA5EEEE85}" type="presOf" srcId="{B1A71A11-9129-4B79-931A-B26AA972FFE4}" destId="{CF5108E6-6B32-4C0B-9861-BB90DC6853E2}" srcOrd="0" destOrd="0" presId="urn:microsoft.com/office/officeart/2008/layout/LinedList"/>
    <dgm:cxn modelId="{055702C2-EA1A-4E38-A30B-EFD09EAA0C34}" srcId="{8EA46CD1-68F5-4374-801D-F2166F59EC6B}" destId="{6ABA3E7C-2C92-4892-9FC5-28D41120EF08}" srcOrd="3" destOrd="0" parTransId="{4086683B-8F04-4022-A83A-57549A9A4326}" sibTransId="{92FCD162-BB23-4B3D-A396-00830D177465}"/>
    <dgm:cxn modelId="{F5F43BD0-A017-43D1-AC7F-ABC8B8171607}" type="presOf" srcId="{1E88609B-EE5B-489D-9E56-F3057C49BBEE}" destId="{7D922327-DE3E-4C64-A9CE-3AF1A196ACC1}" srcOrd="0" destOrd="0" presId="urn:microsoft.com/office/officeart/2008/layout/LinedList"/>
    <dgm:cxn modelId="{132A4FDE-75F3-427D-B324-73256A6EC02B}" srcId="{8EA46CD1-68F5-4374-801D-F2166F59EC6B}" destId="{1E88609B-EE5B-489D-9E56-F3057C49BBEE}" srcOrd="0" destOrd="0" parTransId="{F8EDA26F-B89C-49F5-A8D0-A5BE71DF7FC8}" sibTransId="{0EDEF64F-80DA-45BE-937A-F0A89FD1D282}"/>
    <dgm:cxn modelId="{EAFD23EF-4167-485A-9064-9407FA8B6194}" srcId="{8EA46CD1-68F5-4374-801D-F2166F59EC6B}" destId="{E5961028-31B5-4B7A-8301-BEC46B27A2EA}" srcOrd="2" destOrd="0" parTransId="{9B5895E9-B3A5-4D62-B89D-EEA57528631B}" sibTransId="{CB93962F-9820-455E-BFA7-53BA02A2B746}"/>
    <dgm:cxn modelId="{4D92EBF2-510E-4976-9AC6-4DA2BFB0803D}" srcId="{8EA46CD1-68F5-4374-801D-F2166F59EC6B}" destId="{B1A71A11-9129-4B79-931A-B26AA972FFE4}" srcOrd="1" destOrd="0" parTransId="{3E3AF275-03D1-496F-80EF-8E7F82E54E34}" sibTransId="{2CF8ABBD-98C2-49C5-8DE8-1AB92ECC5B61}"/>
    <dgm:cxn modelId="{83D259A8-710E-40F1-BF66-23B9D8783249}" type="presParOf" srcId="{4491F66B-7533-407F-90C5-243B98FD1642}" destId="{2FC04351-09D3-427B-866B-21993BBBD390}" srcOrd="0" destOrd="0" presId="urn:microsoft.com/office/officeart/2008/layout/LinedList"/>
    <dgm:cxn modelId="{18657D9D-C17D-4674-9CD7-D0D54FA7B59B}" type="presParOf" srcId="{4491F66B-7533-407F-90C5-243B98FD1642}" destId="{7FE789FD-1CD4-4D69-AF39-3725C7F5A670}" srcOrd="1" destOrd="0" presId="urn:microsoft.com/office/officeart/2008/layout/LinedList"/>
    <dgm:cxn modelId="{8EA966BC-EF8E-4511-A8C5-BCB26AA94622}" type="presParOf" srcId="{7FE789FD-1CD4-4D69-AF39-3725C7F5A670}" destId="{7D922327-DE3E-4C64-A9CE-3AF1A196ACC1}" srcOrd="0" destOrd="0" presId="urn:microsoft.com/office/officeart/2008/layout/LinedList"/>
    <dgm:cxn modelId="{3D499AA8-18A2-45E6-A1E5-92822AE8D2B0}" type="presParOf" srcId="{7FE789FD-1CD4-4D69-AF39-3725C7F5A670}" destId="{74F74EB5-8CA3-4BA1-82D2-9AC2AFC186DE}" srcOrd="1" destOrd="0" presId="urn:microsoft.com/office/officeart/2008/layout/LinedList"/>
    <dgm:cxn modelId="{1EE42602-97A2-486B-AFD2-C7A3E3A1764F}" type="presParOf" srcId="{4491F66B-7533-407F-90C5-243B98FD1642}" destId="{1667EA9A-2050-4C51-83C7-FEC6FB72BF21}" srcOrd="2" destOrd="0" presId="urn:microsoft.com/office/officeart/2008/layout/LinedList"/>
    <dgm:cxn modelId="{C36C3C58-20E9-4441-AAEF-DB96088D2597}" type="presParOf" srcId="{4491F66B-7533-407F-90C5-243B98FD1642}" destId="{EDBB3C16-0A02-4944-8DA6-FB5C4310559A}" srcOrd="3" destOrd="0" presId="urn:microsoft.com/office/officeart/2008/layout/LinedList"/>
    <dgm:cxn modelId="{16E9A6D4-59C8-4278-A87F-54155501ED5E}" type="presParOf" srcId="{EDBB3C16-0A02-4944-8DA6-FB5C4310559A}" destId="{CF5108E6-6B32-4C0B-9861-BB90DC6853E2}" srcOrd="0" destOrd="0" presId="urn:microsoft.com/office/officeart/2008/layout/LinedList"/>
    <dgm:cxn modelId="{F51629D0-78E6-46DC-9C71-F7F2B09CE42D}" type="presParOf" srcId="{EDBB3C16-0A02-4944-8DA6-FB5C4310559A}" destId="{C48CFB0C-80D1-421A-B9FC-9AA47C5F078F}" srcOrd="1" destOrd="0" presId="urn:microsoft.com/office/officeart/2008/layout/LinedList"/>
    <dgm:cxn modelId="{96CD0240-8B3A-453A-9DF6-77788EF25472}" type="presParOf" srcId="{4491F66B-7533-407F-90C5-243B98FD1642}" destId="{ED112D73-6397-4E96-A88A-120BF900C98E}" srcOrd="4" destOrd="0" presId="urn:microsoft.com/office/officeart/2008/layout/LinedList"/>
    <dgm:cxn modelId="{114135F9-D025-4AB5-B329-A1354697FFD3}" type="presParOf" srcId="{4491F66B-7533-407F-90C5-243B98FD1642}" destId="{C8AE0C90-5921-4A03-BAC4-7939CF8868F7}" srcOrd="5" destOrd="0" presId="urn:microsoft.com/office/officeart/2008/layout/LinedList"/>
    <dgm:cxn modelId="{C116A4FD-5AC6-4B9F-BB35-F183AFB7CAF6}" type="presParOf" srcId="{C8AE0C90-5921-4A03-BAC4-7939CF8868F7}" destId="{D8F33661-D81A-4ED3-9300-B9AF2E4D0408}" srcOrd="0" destOrd="0" presId="urn:microsoft.com/office/officeart/2008/layout/LinedList"/>
    <dgm:cxn modelId="{07868B92-5103-400E-9C23-2F0853DD7D0B}" type="presParOf" srcId="{C8AE0C90-5921-4A03-BAC4-7939CF8868F7}" destId="{848C72B9-6875-4936-BE63-8633D49D275B}" srcOrd="1" destOrd="0" presId="urn:microsoft.com/office/officeart/2008/layout/LinedList"/>
    <dgm:cxn modelId="{6D68DB10-BD5B-4576-BB14-7F2E84EBE24F}" type="presParOf" srcId="{4491F66B-7533-407F-90C5-243B98FD1642}" destId="{E0EF3362-35DF-45F1-8EB4-5E94816BFFB2}" srcOrd="6" destOrd="0" presId="urn:microsoft.com/office/officeart/2008/layout/LinedList"/>
    <dgm:cxn modelId="{7590D5C8-369A-4D05-92E6-9D273B55ADDF}" type="presParOf" srcId="{4491F66B-7533-407F-90C5-243B98FD1642}" destId="{C2D4C8B4-1978-4254-967A-A5D4CA316EAE}" srcOrd="7" destOrd="0" presId="urn:microsoft.com/office/officeart/2008/layout/LinedList"/>
    <dgm:cxn modelId="{B0EC36FE-6626-4E06-9807-4AC823C27A5F}" type="presParOf" srcId="{C2D4C8B4-1978-4254-967A-A5D4CA316EAE}" destId="{416552F5-583C-492F-BBB3-929E5215F2CD}" srcOrd="0" destOrd="0" presId="urn:microsoft.com/office/officeart/2008/layout/LinedList"/>
    <dgm:cxn modelId="{550CE094-1613-4A87-97E5-13C6B55C93F6}" type="presParOf" srcId="{C2D4C8B4-1978-4254-967A-A5D4CA316EAE}" destId="{453E0976-05FB-4B6E-B100-0FF29517476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EA46CD1-68F5-4374-801D-F2166F59EC6B}" type="doc">
      <dgm:prSet loTypeId="urn:microsoft.com/office/officeart/2008/layout/LinedList" loCatId="list" qsTypeId="urn:microsoft.com/office/officeart/2005/8/quickstyle/simple1#7" qsCatId="simple" csTypeId="urn:microsoft.com/office/officeart/2005/8/colors/accent2_1#7" csCatId="accent2" phldr="1"/>
      <dgm:spPr/>
      <dgm:t>
        <a:bodyPr/>
        <a:lstStyle/>
        <a:p>
          <a:endParaRPr lang="en-CA"/>
        </a:p>
      </dgm:t>
    </dgm:pt>
    <dgm:pt modelId="{1E88609B-EE5B-489D-9E56-F3057C49BBE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400" b="1" i="0"/>
            <a:t>Self-Serve Enablement</a:t>
          </a:r>
          <a:r>
            <a:rPr lang="en-CA" sz="1400" b="0" i="0"/>
            <a:t>: Automate access to data and provisioning for business users.</a:t>
          </a:r>
        </a:p>
      </dgm:t>
    </dgm:pt>
    <dgm:pt modelId="{F8EDA26F-B89C-49F5-A8D0-A5BE71DF7FC8}" type="parTrans" cxnId="{132A4FDE-75F3-427D-B324-73256A6EC02B}">
      <dgm:prSet/>
      <dgm:spPr/>
      <dgm:t>
        <a:bodyPr/>
        <a:lstStyle/>
        <a:p>
          <a:endParaRPr lang="en-CA" sz="1400"/>
        </a:p>
      </dgm:t>
    </dgm:pt>
    <dgm:pt modelId="{0EDEF64F-80DA-45BE-937A-F0A89FD1D282}" type="sibTrans" cxnId="{132A4FDE-75F3-427D-B324-73256A6EC02B}">
      <dgm:prSet/>
      <dgm:spPr/>
      <dgm:t>
        <a:bodyPr/>
        <a:lstStyle/>
        <a:p>
          <a:endParaRPr lang="en-CA" sz="1400"/>
        </a:p>
      </dgm:t>
    </dgm:pt>
    <dgm:pt modelId="{A6CFEB2C-E6BF-48D2-AC82-BAF1BA29606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400" b="1" i="0"/>
            <a:t>Governed BI</a:t>
          </a:r>
          <a:r>
            <a:rPr lang="en-CA" sz="1400" b="0" i="0"/>
            <a:t>: Standardize BI platforms, models, and promotion paths.</a:t>
          </a:r>
        </a:p>
      </dgm:t>
    </dgm:pt>
    <dgm:pt modelId="{658F6480-44DC-48A3-9FF4-D966C15F06BB}" type="parTrans" cxnId="{524E5687-BD03-4751-9569-F6846B304B99}">
      <dgm:prSet/>
      <dgm:spPr/>
      <dgm:t>
        <a:bodyPr/>
        <a:lstStyle/>
        <a:p>
          <a:endParaRPr lang="en-CA" sz="1400"/>
        </a:p>
      </dgm:t>
    </dgm:pt>
    <dgm:pt modelId="{CA1C0058-C106-42B5-A343-205B2C64889A}" type="sibTrans" cxnId="{524E5687-BD03-4751-9569-F6846B304B99}">
      <dgm:prSet/>
      <dgm:spPr/>
      <dgm:t>
        <a:bodyPr/>
        <a:lstStyle/>
        <a:p>
          <a:endParaRPr lang="en-CA" sz="1400"/>
        </a:p>
      </dgm:t>
    </dgm:pt>
    <dgm:pt modelId="{90512118-02EF-4250-AAAB-654837D08AF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400" b="1" i="0"/>
            <a:t>Policy-Driven Access</a:t>
          </a:r>
          <a:r>
            <a:rPr lang="en-CA" sz="1400" b="0" i="0"/>
            <a:t>: Enforce access controls, audit trails, and EUC restrictions.</a:t>
          </a:r>
        </a:p>
      </dgm:t>
    </dgm:pt>
    <dgm:pt modelId="{CE60E8CE-1196-449A-ABE1-C9CDB31A8E27}" type="parTrans" cxnId="{71419D2F-18B2-47DF-82F3-97C20A35D9BE}">
      <dgm:prSet/>
      <dgm:spPr/>
      <dgm:t>
        <a:bodyPr/>
        <a:lstStyle/>
        <a:p>
          <a:endParaRPr lang="en-CA" sz="1400"/>
        </a:p>
      </dgm:t>
    </dgm:pt>
    <dgm:pt modelId="{DA13D93D-4C53-4B78-B18B-3C99C93D7764}" type="sibTrans" cxnId="{71419D2F-18B2-47DF-82F3-97C20A35D9BE}">
      <dgm:prSet/>
      <dgm:spPr/>
      <dgm:t>
        <a:bodyPr/>
        <a:lstStyle/>
        <a:p>
          <a:endParaRPr lang="en-CA" sz="1400"/>
        </a:p>
      </dgm:t>
    </dgm:pt>
    <dgm:pt modelId="{911F8F47-5719-4D5D-BDA5-945DA7861B7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400" b="1" i="0"/>
            <a:t>Observability</a:t>
          </a:r>
          <a:r>
            <a:rPr lang="en-CA" sz="1400" b="0" i="0"/>
            <a:t>: Monitor usage, SLA compliance, and error rates.</a:t>
          </a:r>
        </a:p>
      </dgm:t>
    </dgm:pt>
    <dgm:pt modelId="{2145AF7C-5E2B-4291-A8DE-AB5E2A404282}" type="parTrans" cxnId="{CE2BE0FA-7355-4BD8-8EA4-BB4DD3B39C6E}">
      <dgm:prSet/>
      <dgm:spPr/>
      <dgm:t>
        <a:bodyPr/>
        <a:lstStyle/>
        <a:p>
          <a:endParaRPr lang="en-CA" sz="1400"/>
        </a:p>
      </dgm:t>
    </dgm:pt>
    <dgm:pt modelId="{34C441DD-A173-4F84-8BA2-7A666AE7F6AD}" type="sibTrans" cxnId="{CE2BE0FA-7355-4BD8-8EA4-BB4DD3B39C6E}">
      <dgm:prSet/>
      <dgm:spPr/>
      <dgm:t>
        <a:bodyPr/>
        <a:lstStyle/>
        <a:p>
          <a:endParaRPr lang="en-CA" sz="1400"/>
        </a:p>
      </dgm:t>
    </dgm:pt>
    <dgm:pt modelId="{629FB9AF-0628-42F3-8313-1B6714C5BE8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400" b="1" i="0"/>
            <a:t>EUC Principle</a:t>
          </a:r>
          <a:r>
            <a:rPr lang="en-CA" sz="1400" b="0" i="0"/>
            <a:t>: Restrict production data downloads; require documented exceptions for regulatory and critical business needs.</a:t>
          </a:r>
        </a:p>
      </dgm:t>
    </dgm:pt>
    <dgm:pt modelId="{B73E2230-1E63-405E-8A19-7364D241EDC5}" type="parTrans" cxnId="{727A8A9B-5046-49E8-B390-D2FFBF017043}">
      <dgm:prSet/>
      <dgm:spPr/>
      <dgm:t>
        <a:bodyPr/>
        <a:lstStyle/>
        <a:p>
          <a:endParaRPr lang="en-CA" sz="1400"/>
        </a:p>
      </dgm:t>
    </dgm:pt>
    <dgm:pt modelId="{4AC0C034-22E7-4040-8469-9851E9BCAA22}" type="sibTrans" cxnId="{727A8A9B-5046-49E8-B390-D2FFBF017043}">
      <dgm:prSet/>
      <dgm:spPr/>
      <dgm:t>
        <a:bodyPr/>
        <a:lstStyle/>
        <a:p>
          <a:endParaRPr lang="en-CA" sz="1400"/>
        </a:p>
      </dgm:t>
    </dgm:pt>
    <dgm:pt modelId="{8C6F1A0E-75D0-488F-A78A-AD5BB065496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400" b="1" i="0"/>
            <a:t>Value Measurement</a:t>
          </a:r>
          <a:r>
            <a:rPr lang="en-CA" sz="1400" b="0" i="0"/>
            <a:t>: Track and report outcomes from data initiatives.</a:t>
          </a:r>
        </a:p>
      </dgm:t>
    </dgm:pt>
    <dgm:pt modelId="{C7AD145C-EDF0-4394-9CE6-ED0158C725BE}" type="parTrans" cxnId="{C504FE14-684E-419F-9E1A-51AC6B9B7A52}">
      <dgm:prSet/>
      <dgm:spPr/>
      <dgm:t>
        <a:bodyPr/>
        <a:lstStyle/>
        <a:p>
          <a:endParaRPr lang="en-CA" sz="1400"/>
        </a:p>
      </dgm:t>
    </dgm:pt>
    <dgm:pt modelId="{A21BBCAD-B3FB-49DE-9D54-7BEAA75A8143}" type="sibTrans" cxnId="{C504FE14-684E-419F-9E1A-51AC6B9B7A52}">
      <dgm:prSet/>
      <dgm:spPr/>
      <dgm:t>
        <a:bodyPr/>
        <a:lstStyle/>
        <a:p>
          <a:endParaRPr lang="en-CA" sz="1400"/>
        </a:p>
      </dgm:t>
    </dgm:pt>
    <dgm:pt modelId="{5EDAA796-AD1F-4AE6-940C-D1269D9BE32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400" b="1" i="0"/>
            <a:t>Platform Enablement</a:t>
          </a:r>
          <a:r>
            <a:rPr lang="en-CA" sz="1400" b="0" i="0"/>
            <a:t>: Use scalable platforms for analytics and AI.</a:t>
          </a:r>
        </a:p>
      </dgm:t>
    </dgm:pt>
    <dgm:pt modelId="{493923E3-6586-4E3A-B983-50AC04997A25}" type="parTrans" cxnId="{54173429-7AEF-44F4-B45B-416B60981B95}">
      <dgm:prSet/>
      <dgm:spPr/>
      <dgm:t>
        <a:bodyPr/>
        <a:lstStyle/>
        <a:p>
          <a:endParaRPr lang="en-CA" sz="1400"/>
        </a:p>
      </dgm:t>
    </dgm:pt>
    <dgm:pt modelId="{D0ADA963-9433-49EE-8BFB-5D65041A0C0F}" type="sibTrans" cxnId="{54173429-7AEF-44F4-B45B-416B60981B95}">
      <dgm:prSet/>
      <dgm:spPr/>
      <dgm:t>
        <a:bodyPr/>
        <a:lstStyle/>
        <a:p>
          <a:endParaRPr lang="en-CA" sz="1400"/>
        </a:p>
      </dgm:t>
    </dgm:pt>
    <dgm:pt modelId="{EBC3E5B0-3FD6-4274-A2DB-BBC7C91DBC5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400" b="1" i="0"/>
            <a:t>Reusability</a:t>
          </a:r>
          <a:r>
            <a:rPr lang="en-CA" sz="1400" b="0" i="0"/>
            <a:t>: Leverage trusted datasets for multiple use cases.</a:t>
          </a:r>
        </a:p>
      </dgm:t>
    </dgm:pt>
    <dgm:pt modelId="{58716D48-D1A6-46AE-A387-13100255DC3C}" type="parTrans" cxnId="{D702ED3B-1C3E-4961-A590-2AB46EA7D2EA}">
      <dgm:prSet/>
      <dgm:spPr/>
      <dgm:t>
        <a:bodyPr/>
        <a:lstStyle/>
        <a:p>
          <a:endParaRPr lang="en-CA" sz="1400"/>
        </a:p>
      </dgm:t>
    </dgm:pt>
    <dgm:pt modelId="{9AC5417D-594D-4A00-B0AD-B93F1CC12254}" type="sibTrans" cxnId="{D702ED3B-1C3E-4961-A590-2AB46EA7D2EA}">
      <dgm:prSet/>
      <dgm:spPr/>
      <dgm:t>
        <a:bodyPr/>
        <a:lstStyle/>
        <a:p>
          <a:endParaRPr lang="en-CA" sz="1400"/>
        </a:p>
      </dgm:t>
    </dgm:pt>
    <dgm:pt modelId="{3F9F5088-590F-4BAB-9AC2-121B89FB191A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CA" sz="1400" b="1" i="0"/>
            <a:t>Design for trust.</a:t>
          </a:r>
          <a:r>
            <a:rPr lang="en-CA" sz="1400" b="0" i="0"/>
            <a:t> BI, apps, and agents show sources, update times, and product owners.</a:t>
          </a:r>
          <a:endParaRPr lang="en-CA" sz="1400" b="1" i="0"/>
        </a:p>
      </dgm:t>
    </dgm:pt>
    <dgm:pt modelId="{B524FE6A-1EFA-4A30-926E-34E33EACB621}" type="parTrans" cxnId="{1C4FCC4B-A38A-49E5-8B9A-392246F14D1C}">
      <dgm:prSet/>
      <dgm:spPr/>
      <dgm:t>
        <a:bodyPr/>
        <a:lstStyle/>
        <a:p>
          <a:endParaRPr lang="en-CA" sz="1400"/>
        </a:p>
      </dgm:t>
    </dgm:pt>
    <dgm:pt modelId="{1B1419F7-B0CE-41C6-B490-B87EB7119F01}" type="sibTrans" cxnId="{1C4FCC4B-A38A-49E5-8B9A-392246F14D1C}">
      <dgm:prSet/>
      <dgm:spPr/>
      <dgm:t>
        <a:bodyPr/>
        <a:lstStyle/>
        <a:p>
          <a:endParaRPr lang="en-CA" sz="1400"/>
        </a:p>
      </dgm:t>
    </dgm:pt>
    <dgm:pt modelId="{2F7B7444-A33F-4F26-BC15-C3F98B6ABEF9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CA" sz="1400" b="1" i="0"/>
            <a:t>Self‑serve, not self‑risk.</a:t>
          </a:r>
          <a:r>
            <a:rPr lang="en-CA" sz="1400" b="0" i="0"/>
            <a:t> Give business users simple, governed tools to explore safely.</a:t>
          </a:r>
          <a:endParaRPr lang="en-CA" sz="1400" b="1" i="0"/>
        </a:p>
      </dgm:t>
    </dgm:pt>
    <dgm:pt modelId="{34C70E6C-C1FA-4070-9EDC-471AB6103DC1}" type="parTrans" cxnId="{9F5A95C9-B3A7-4788-9495-364EC45D3105}">
      <dgm:prSet/>
      <dgm:spPr/>
      <dgm:t>
        <a:bodyPr/>
        <a:lstStyle/>
        <a:p>
          <a:endParaRPr lang="en-CA" sz="1400"/>
        </a:p>
      </dgm:t>
    </dgm:pt>
    <dgm:pt modelId="{DEF3D4A0-185A-4EE2-B1DA-7B6A8542C8DC}" type="sibTrans" cxnId="{9F5A95C9-B3A7-4788-9495-364EC45D3105}">
      <dgm:prSet/>
      <dgm:spPr/>
      <dgm:t>
        <a:bodyPr/>
        <a:lstStyle/>
        <a:p>
          <a:endParaRPr lang="en-CA" sz="1400"/>
        </a:p>
      </dgm:t>
    </dgm:pt>
    <dgm:pt modelId="{AC53AD45-E7BD-4B11-B776-9F25C6ACE1D6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CA" sz="1400" b="1" i="0"/>
            <a:t>Agents follow rules too.</a:t>
          </a:r>
          <a:r>
            <a:rPr lang="en-CA" sz="1400" b="0" i="0"/>
            <a:t> AI agents use the same policies, semantic layer, and audit trails as humans.</a:t>
          </a:r>
          <a:endParaRPr lang="en-CA" sz="1400" b="1" i="0"/>
        </a:p>
      </dgm:t>
    </dgm:pt>
    <dgm:pt modelId="{DC0A75A7-FB9A-4BAB-967A-310BC557B466}" type="parTrans" cxnId="{FBA420BA-4F69-44D4-9BCE-E8A6AACE220B}">
      <dgm:prSet/>
      <dgm:spPr/>
      <dgm:t>
        <a:bodyPr/>
        <a:lstStyle/>
        <a:p>
          <a:endParaRPr lang="en-CA" sz="1400"/>
        </a:p>
      </dgm:t>
    </dgm:pt>
    <dgm:pt modelId="{D6C75D54-B767-4FEE-9910-F35339C9B0B6}" type="sibTrans" cxnId="{FBA420BA-4F69-44D4-9BCE-E8A6AACE220B}">
      <dgm:prSet/>
      <dgm:spPr/>
      <dgm:t>
        <a:bodyPr/>
        <a:lstStyle/>
        <a:p>
          <a:endParaRPr lang="en-CA" sz="1400"/>
        </a:p>
      </dgm:t>
    </dgm:pt>
    <dgm:pt modelId="{4491F66B-7533-407F-90C5-243B98FD1642}" type="pres">
      <dgm:prSet presAssocID="{8EA46CD1-68F5-4374-801D-F2166F59EC6B}" presName="vert0" presStyleCnt="0">
        <dgm:presLayoutVars>
          <dgm:dir/>
          <dgm:animOne val="branch"/>
          <dgm:animLvl val="lvl"/>
        </dgm:presLayoutVars>
      </dgm:prSet>
      <dgm:spPr/>
    </dgm:pt>
    <dgm:pt modelId="{2FC04351-09D3-427B-866B-21993BBBD390}" type="pres">
      <dgm:prSet presAssocID="{1E88609B-EE5B-489D-9E56-F3057C49BBEE}" presName="thickLine" presStyleLbl="alignNode1" presStyleIdx="0" presStyleCnt="11"/>
      <dgm:spPr/>
    </dgm:pt>
    <dgm:pt modelId="{7FE789FD-1CD4-4D69-AF39-3725C7F5A670}" type="pres">
      <dgm:prSet presAssocID="{1E88609B-EE5B-489D-9E56-F3057C49BBEE}" presName="horz1" presStyleCnt="0"/>
      <dgm:spPr/>
    </dgm:pt>
    <dgm:pt modelId="{7D922327-DE3E-4C64-A9CE-3AF1A196ACC1}" type="pres">
      <dgm:prSet presAssocID="{1E88609B-EE5B-489D-9E56-F3057C49BBEE}" presName="tx1" presStyleLbl="revTx" presStyleIdx="0" presStyleCnt="11"/>
      <dgm:spPr/>
    </dgm:pt>
    <dgm:pt modelId="{74F74EB5-8CA3-4BA1-82D2-9AC2AFC186DE}" type="pres">
      <dgm:prSet presAssocID="{1E88609B-EE5B-489D-9E56-F3057C49BBEE}" presName="vert1" presStyleCnt="0"/>
      <dgm:spPr/>
    </dgm:pt>
    <dgm:pt modelId="{0F3CD8D7-FFBA-4D22-9448-5E58FABBD3E1}" type="pres">
      <dgm:prSet presAssocID="{A6CFEB2C-E6BF-48D2-AC82-BAF1BA296065}" presName="thickLine" presStyleLbl="alignNode1" presStyleIdx="1" presStyleCnt="11"/>
      <dgm:spPr/>
    </dgm:pt>
    <dgm:pt modelId="{504036F8-1DEA-4A27-8222-B28BA4FB0F19}" type="pres">
      <dgm:prSet presAssocID="{A6CFEB2C-E6BF-48D2-AC82-BAF1BA296065}" presName="horz1" presStyleCnt="0"/>
      <dgm:spPr/>
    </dgm:pt>
    <dgm:pt modelId="{53140DA4-9828-4BFC-9EE6-466B62328710}" type="pres">
      <dgm:prSet presAssocID="{A6CFEB2C-E6BF-48D2-AC82-BAF1BA296065}" presName="tx1" presStyleLbl="revTx" presStyleIdx="1" presStyleCnt="11"/>
      <dgm:spPr/>
    </dgm:pt>
    <dgm:pt modelId="{A069BAD6-BD31-4E1F-9AE6-1E6C2A43788F}" type="pres">
      <dgm:prSet presAssocID="{A6CFEB2C-E6BF-48D2-AC82-BAF1BA296065}" presName="vert1" presStyleCnt="0"/>
      <dgm:spPr/>
    </dgm:pt>
    <dgm:pt modelId="{76792F23-BF94-471D-BFB9-DFF0B4BA0596}" type="pres">
      <dgm:prSet presAssocID="{90512118-02EF-4250-AAAB-654837D08AF6}" presName="thickLine" presStyleLbl="alignNode1" presStyleIdx="2" presStyleCnt="11"/>
      <dgm:spPr/>
    </dgm:pt>
    <dgm:pt modelId="{25071235-94A3-46AC-A994-D416B391FFA6}" type="pres">
      <dgm:prSet presAssocID="{90512118-02EF-4250-AAAB-654837D08AF6}" presName="horz1" presStyleCnt="0"/>
      <dgm:spPr/>
    </dgm:pt>
    <dgm:pt modelId="{31257132-CECC-4CF1-AFA0-14953B2C46FC}" type="pres">
      <dgm:prSet presAssocID="{90512118-02EF-4250-AAAB-654837D08AF6}" presName="tx1" presStyleLbl="revTx" presStyleIdx="2" presStyleCnt="11"/>
      <dgm:spPr/>
    </dgm:pt>
    <dgm:pt modelId="{3F7A97E0-FEEB-4AC5-A68B-7C4CDE2CC7DB}" type="pres">
      <dgm:prSet presAssocID="{90512118-02EF-4250-AAAB-654837D08AF6}" presName="vert1" presStyleCnt="0"/>
      <dgm:spPr/>
    </dgm:pt>
    <dgm:pt modelId="{81A3D9AE-D774-4AAB-AF42-5CB10CB028BE}" type="pres">
      <dgm:prSet presAssocID="{911F8F47-5719-4D5D-BDA5-945DA7861B7F}" presName="thickLine" presStyleLbl="alignNode1" presStyleIdx="3" presStyleCnt="11"/>
      <dgm:spPr/>
    </dgm:pt>
    <dgm:pt modelId="{5E08F43B-34D5-469C-B2F5-CE6C7D6CBEB2}" type="pres">
      <dgm:prSet presAssocID="{911F8F47-5719-4D5D-BDA5-945DA7861B7F}" presName="horz1" presStyleCnt="0"/>
      <dgm:spPr/>
    </dgm:pt>
    <dgm:pt modelId="{A723DCB7-6DD0-48AF-86D7-C9DF1A43CD1D}" type="pres">
      <dgm:prSet presAssocID="{911F8F47-5719-4D5D-BDA5-945DA7861B7F}" presName="tx1" presStyleLbl="revTx" presStyleIdx="3" presStyleCnt="11"/>
      <dgm:spPr/>
    </dgm:pt>
    <dgm:pt modelId="{FB94A11F-C795-4B7C-AB06-E8C2FC69B518}" type="pres">
      <dgm:prSet presAssocID="{911F8F47-5719-4D5D-BDA5-945DA7861B7F}" presName="vert1" presStyleCnt="0"/>
      <dgm:spPr/>
    </dgm:pt>
    <dgm:pt modelId="{6AF27164-94EF-4050-8BAD-CB8EFA7C3D22}" type="pres">
      <dgm:prSet presAssocID="{629FB9AF-0628-42F3-8313-1B6714C5BE8B}" presName="thickLine" presStyleLbl="alignNode1" presStyleIdx="4" presStyleCnt="11"/>
      <dgm:spPr/>
    </dgm:pt>
    <dgm:pt modelId="{48B5775A-02A7-4A1F-9369-7FBA440F03F2}" type="pres">
      <dgm:prSet presAssocID="{629FB9AF-0628-42F3-8313-1B6714C5BE8B}" presName="horz1" presStyleCnt="0"/>
      <dgm:spPr/>
    </dgm:pt>
    <dgm:pt modelId="{9B510593-EEF7-4D13-BD48-545A482774C4}" type="pres">
      <dgm:prSet presAssocID="{629FB9AF-0628-42F3-8313-1B6714C5BE8B}" presName="tx1" presStyleLbl="revTx" presStyleIdx="4" presStyleCnt="11"/>
      <dgm:spPr/>
    </dgm:pt>
    <dgm:pt modelId="{8616FC07-0BA4-4664-91EB-60DB4F90A808}" type="pres">
      <dgm:prSet presAssocID="{629FB9AF-0628-42F3-8313-1B6714C5BE8B}" presName="vert1" presStyleCnt="0"/>
      <dgm:spPr/>
    </dgm:pt>
    <dgm:pt modelId="{5B87C62C-BB9D-4EF2-9FEE-C086695BD965}" type="pres">
      <dgm:prSet presAssocID="{8C6F1A0E-75D0-488F-A78A-AD5BB0654966}" presName="thickLine" presStyleLbl="alignNode1" presStyleIdx="5" presStyleCnt="11"/>
      <dgm:spPr/>
    </dgm:pt>
    <dgm:pt modelId="{10C48769-E02F-448C-8A80-FD7C1C5D29BE}" type="pres">
      <dgm:prSet presAssocID="{8C6F1A0E-75D0-488F-A78A-AD5BB0654966}" presName="horz1" presStyleCnt="0"/>
      <dgm:spPr/>
    </dgm:pt>
    <dgm:pt modelId="{E4E536EC-0B36-494D-8E31-44C4238D17E6}" type="pres">
      <dgm:prSet presAssocID="{8C6F1A0E-75D0-488F-A78A-AD5BB0654966}" presName="tx1" presStyleLbl="revTx" presStyleIdx="5" presStyleCnt="11"/>
      <dgm:spPr/>
    </dgm:pt>
    <dgm:pt modelId="{44BA3E53-B3A8-4061-A31C-75ABEC3A9B7F}" type="pres">
      <dgm:prSet presAssocID="{8C6F1A0E-75D0-488F-A78A-AD5BB0654966}" presName="vert1" presStyleCnt="0"/>
      <dgm:spPr/>
    </dgm:pt>
    <dgm:pt modelId="{7606FCD7-98F5-41E3-A573-24FA9DCE6F04}" type="pres">
      <dgm:prSet presAssocID="{5EDAA796-AD1F-4AE6-940C-D1269D9BE32E}" presName="thickLine" presStyleLbl="alignNode1" presStyleIdx="6" presStyleCnt="11"/>
      <dgm:spPr/>
    </dgm:pt>
    <dgm:pt modelId="{F8A200EB-C29D-4B59-9012-481347C6DD53}" type="pres">
      <dgm:prSet presAssocID="{5EDAA796-AD1F-4AE6-940C-D1269D9BE32E}" presName="horz1" presStyleCnt="0"/>
      <dgm:spPr/>
    </dgm:pt>
    <dgm:pt modelId="{49D20818-2C07-4ED8-8638-619F1C4126C9}" type="pres">
      <dgm:prSet presAssocID="{5EDAA796-AD1F-4AE6-940C-D1269D9BE32E}" presName="tx1" presStyleLbl="revTx" presStyleIdx="6" presStyleCnt="11"/>
      <dgm:spPr/>
    </dgm:pt>
    <dgm:pt modelId="{4D352614-94AA-4384-9B4C-B9DDF029F53D}" type="pres">
      <dgm:prSet presAssocID="{5EDAA796-AD1F-4AE6-940C-D1269D9BE32E}" presName="vert1" presStyleCnt="0"/>
      <dgm:spPr/>
    </dgm:pt>
    <dgm:pt modelId="{2E6C4D0E-AF25-4D70-9922-B5331AF1D2B1}" type="pres">
      <dgm:prSet presAssocID="{EBC3E5B0-3FD6-4274-A2DB-BBC7C91DBC51}" presName="thickLine" presStyleLbl="alignNode1" presStyleIdx="7" presStyleCnt="11"/>
      <dgm:spPr/>
    </dgm:pt>
    <dgm:pt modelId="{36D97F10-7AD2-4028-99CB-80D5327EEBDB}" type="pres">
      <dgm:prSet presAssocID="{EBC3E5B0-3FD6-4274-A2DB-BBC7C91DBC51}" presName="horz1" presStyleCnt="0"/>
      <dgm:spPr/>
    </dgm:pt>
    <dgm:pt modelId="{142FD7B7-0BE1-4AA9-9CFC-8229C6BCA661}" type="pres">
      <dgm:prSet presAssocID="{EBC3E5B0-3FD6-4274-A2DB-BBC7C91DBC51}" presName="tx1" presStyleLbl="revTx" presStyleIdx="7" presStyleCnt="11"/>
      <dgm:spPr/>
    </dgm:pt>
    <dgm:pt modelId="{2CE13E88-2F59-4F50-A541-7A1748026C38}" type="pres">
      <dgm:prSet presAssocID="{EBC3E5B0-3FD6-4274-A2DB-BBC7C91DBC51}" presName="vert1" presStyleCnt="0"/>
      <dgm:spPr/>
    </dgm:pt>
    <dgm:pt modelId="{89DA22BD-788A-4F04-940F-A454C0439B8B}" type="pres">
      <dgm:prSet presAssocID="{3F9F5088-590F-4BAB-9AC2-121B89FB191A}" presName="thickLine" presStyleLbl="alignNode1" presStyleIdx="8" presStyleCnt="11"/>
      <dgm:spPr/>
    </dgm:pt>
    <dgm:pt modelId="{0413C52C-EA46-449A-813F-6BCE9CF87F98}" type="pres">
      <dgm:prSet presAssocID="{3F9F5088-590F-4BAB-9AC2-121B89FB191A}" presName="horz1" presStyleCnt="0"/>
      <dgm:spPr/>
    </dgm:pt>
    <dgm:pt modelId="{CD879AE9-22C2-4421-B68D-98C532B1325E}" type="pres">
      <dgm:prSet presAssocID="{3F9F5088-590F-4BAB-9AC2-121B89FB191A}" presName="tx1" presStyleLbl="revTx" presStyleIdx="8" presStyleCnt="11"/>
      <dgm:spPr/>
    </dgm:pt>
    <dgm:pt modelId="{013A7DAA-A511-4911-A82C-506CC83FAE96}" type="pres">
      <dgm:prSet presAssocID="{3F9F5088-590F-4BAB-9AC2-121B89FB191A}" presName="vert1" presStyleCnt="0"/>
      <dgm:spPr/>
    </dgm:pt>
    <dgm:pt modelId="{28C150D8-00B7-453E-97C6-FBA02DF99431}" type="pres">
      <dgm:prSet presAssocID="{2F7B7444-A33F-4F26-BC15-C3F98B6ABEF9}" presName="thickLine" presStyleLbl="alignNode1" presStyleIdx="9" presStyleCnt="11"/>
      <dgm:spPr/>
    </dgm:pt>
    <dgm:pt modelId="{752D6D47-6B00-436E-A775-C4FEDED123B0}" type="pres">
      <dgm:prSet presAssocID="{2F7B7444-A33F-4F26-BC15-C3F98B6ABEF9}" presName="horz1" presStyleCnt="0"/>
      <dgm:spPr/>
    </dgm:pt>
    <dgm:pt modelId="{242098D4-CB67-45EE-8B44-789862347117}" type="pres">
      <dgm:prSet presAssocID="{2F7B7444-A33F-4F26-BC15-C3F98B6ABEF9}" presName="tx1" presStyleLbl="revTx" presStyleIdx="9" presStyleCnt="11"/>
      <dgm:spPr/>
    </dgm:pt>
    <dgm:pt modelId="{4088E7F7-139F-4DB6-A864-6ADEC4B26381}" type="pres">
      <dgm:prSet presAssocID="{2F7B7444-A33F-4F26-BC15-C3F98B6ABEF9}" presName="vert1" presStyleCnt="0"/>
      <dgm:spPr/>
    </dgm:pt>
    <dgm:pt modelId="{77EFFE21-1E00-40A2-ADFD-B3CB69944390}" type="pres">
      <dgm:prSet presAssocID="{AC53AD45-E7BD-4B11-B776-9F25C6ACE1D6}" presName="thickLine" presStyleLbl="alignNode1" presStyleIdx="10" presStyleCnt="11"/>
      <dgm:spPr/>
    </dgm:pt>
    <dgm:pt modelId="{449C0A9A-A5DB-4D54-9E27-5E385BC490EA}" type="pres">
      <dgm:prSet presAssocID="{AC53AD45-E7BD-4B11-B776-9F25C6ACE1D6}" presName="horz1" presStyleCnt="0"/>
      <dgm:spPr/>
    </dgm:pt>
    <dgm:pt modelId="{9FEC56A8-4728-45D0-A3D1-6100644FCAFD}" type="pres">
      <dgm:prSet presAssocID="{AC53AD45-E7BD-4B11-B776-9F25C6ACE1D6}" presName="tx1" presStyleLbl="revTx" presStyleIdx="10" presStyleCnt="11"/>
      <dgm:spPr/>
    </dgm:pt>
    <dgm:pt modelId="{FEC0B71D-DA9A-490E-8DB5-2006F4DA3446}" type="pres">
      <dgm:prSet presAssocID="{AC53AD45-E7BD-4B11-B776-9F25C6ACE1D6}" presName="vert1" presStyleCnt="0"/>
      <dgm:spPr/>
    </dgm:pt>
  </dgm:ptLst>
  <dgm:cxnLst>
    <dgm:cxn modelId="{56C82B0F-1C57-4988-BE94-BE2412343E5B}" type="presOf" srcId="{8EA46CD1-68F5-4374-801D-F2166F59EC6B}" destId="{4491F66B-7533-407F-90C5-243B98FD1642}" srcOrd="0" destOrd="0" presId="urn:microsoft.com/office/officeart/2008/layout/LinedList"/>
    <dgm:cxn modelId="{C504FE14-684E-419F-9E1A-51AC6B9B7A52}" srcId="{8EA46CD1-68F5-4374-801D-F2166F59EC6B}" destId="{8C6F1A0E-75D0-488F-A78A-AD5BB0654966}" srcOrd="5" destOrd="0" parTransId="{C7AD145C-EDF0-4394-9CE6-ED0158C725BE}" sibTransId="{A21BBCAD-B3FB-49DE-9D54-7BEAA75A8143}"/>
    <dgm:cxn modelId="{54173429-7AEF-44F4-B45B-416B60981B95}" srcId="{8EA46CD1-68F5-4374-801D-F2166F59EC6B}" destId="{5EDAA796-AD1F-4AE6-940C-D1269D9BE32E}" srcOrd="6" destOrd="0" parTransId="{493923E3-6586-4E3A-B983-50AC04997A25}" sibTransId="{D0ADA963-9433-49EE-8BFB-5D65041A0C0F}"/>
    <dgm:cxn modelId="{71419D2F-18B2-47DF-82F3-97C20A35D9BE}" srcId="{8EA46CD1-68F5-4374-801D-F2166F59EC6B}" destId="{90512118-02EF-4250-AAAB-654837D08AF6}" srcOrd="2" destOrd="0" parTransId="{CE60E8CE-1196-449A-ABE1-C9CDB31A8E27}" sibTransId="{DA13D93D-4C53-4B78-B18B-3C99C93D7764}"/>
    <dgm:cxn modelId="{049EDF38-BD82-408A-A2C4-2BABDA0A1809}" type="presOf" srcId="{AC53AD45-E7BD-4B11-B776-9F25C6ACE1D6}" destId="{9FEC56A8-4728-45D0-A3D1-6100644FCAFD}" srcOrd="0" destOrd="0" presId="urn:microsoft.com/office/officeart/2008/layout/LinedList"/>
    <dgm:cxn modelId="{D702ED3B-1C3E-4961-A590-2AB46EA7D2EA}" srcId="{8EA46CD1-68F5-4374-801D-F2166F59EC6B}" destId="{EBC3E5B0-3FD6-4274-A2DB-BBC7C91DBC51}" srcOrd="7" destOrd="0" parTransId="{58716D48-D1A6-46AE-A387-13100255DC3C}" sibTransId="{9AC5417D-594D-4A00-B0AD-B93F1CC12254}"/>
    <dgm:cxn modelId="{B04D463C-FD87-48B8-A85A-208FBADFF15B}" type="presOf" srcId="{A6CFEB2C-E6BF-48D2-AC82-BAF1BA296065}" destId="{53140DA4-9828-4BFC-9EE6-466B62328710}" srcOrd="0" destOrd="0" presId="urn:microsoft.com/office/officeart/2008/layout/LinedList"/>
    <dgm:cxn modelId="{74C1543C-E905-4C7D-BD41-D357DE686E39}" type="presOf" srcId="{EBC3E5B0-3FD6-4274-A2DB-BBC7C91DBC51}" destId="{142FD7B7-0BE1-4AA9-9CFC-8229C6BCA661}" srcOrd="0" destOrd="0" presId="urn:microsoft.com/office/officeart/2008/layout/LinedList"/>
    <dgm:cxn modelId="{DCF04A61-BE71-4117-92C7-0D771834F17E}" type="presOf" srcId="{2F7B7444-A33F-4F26-BC15-C3F98B6ABEF9}" destId="{242098D4-CB67-45EE-8B44-789862347117}" srcOrd="0" destOrd="0" presId="urn:microsoft.com/office/officeart/2008/layout/LinedList"/>
    <dgm:cxn modelId="{1C4FCC4B-A38A-49E5-8B9A-392246F14D1C}" srcId="{8EA46CD1-68F5-4374-801D-F2166F59EC6B}" destId="{3F9F5088-590F-4BAB-9AC2-121B89FB191A}" srcOrd="8" destOrd="0" parTransId="{B524FE6A-1EFA-4A30-926E-34E33EACB621}" sibTransId="{1B1419F7-B0CE-41C6-B490-B87EB7119F01}"/>
    <dgm:cxn modelId="{72B55B79-DC5C-42F0-9910-3BE710C244ED}" type="presOf" srcId="{911F8F47-5719-4D5D-BDA5-945DA7861B7F}" destId="{A723DCB7-6DD0-48AF-86D7-C9DF1A43CD1D}" srcOrd="0" destOrd="0" presId="urn:microsoft.com/office/officeart/2008/layout/LinedList"/>
    <dgm:cxn modelId="{77AAB67B-B555-4DF1-AF78-4384C3EDD55A}" type="presOf" srcId="{629FB9AF-0628-42F3-8313-1B6714C5BE8B}" destId="{9B510593-EEF7-4D13-BD48-545A482774C4}" srcOrd="0" destOrd="0" presId="urn:microsoft.com/office/officeart/2008/layout/LinedList"/>
    <dgm:cxn modelId="{524E5687-BD03-4751-9569-F6846B304B99}" srcId="{8EA46CD1-68F5-4374-801D-F2166F59EC6B}" destId="{A6CFEB2C-E6BF-48D2-AC82-BAF1BA296065}" srcOrd="1" destOrd="0" parTransId="{658F6480-44DC-48A3-9FF4-D966C15F06BB}" sibTransId="{CA1C0058-C106-42B5-A343-205B2C64889A}"/>
    <dgm:cxn modelId="{8070A797-94A3-41E4-87C2-A644F52DE2DC}" type="presOf" srcId="{8C6F1A0E-75D0-488F-A78A-AD5BB0654966}" destId="{E4E536EC-0B36-494D-8E31-44C4238D17E6}" srcOrd="0" destOrd="0" presId="urn:microsoft.com/office/officeart/2008/layout/LinedList"/>
    <dgm:cxn modelId="{727A8A9B-5046-49E8-B390-D2FFBF017043}" srcId="{8EA46CD1-68F5-4374-801D-F2166F59EC6B}" destId="{629FB9AF-0628-42F3-8313-1B6714C5BE8B}" srcOrd="4" destOrd="0" parTransId="{B73E2230-1E63-405E-8A19-7364D241EDC5}" sibTransId="{4AC0C034-22E7-4040-8469-9851E9BCAA22}"/>
    <dgm:cxn modelId="{E4B7CAB5-06BD-407A-A6A8-AFC479004814}" type="presOf" srcId="{90512118-02EF-4250-AAAB-654837D08AF6}" destId="{31257132-CECC-4CF1-AFA0-14953B2C46FC}" srcOrd="0" destOrd="0" presId="urn:microsoft.com/office/officeart/2008/layout/LinedList"/>
    <dgm:cxn modelId="{FBA420BA-4F69-44D4-9BCE-E8A6AACE220B}" srcId="{8EA46CD1-68F5-4374-801D-F2166F59EC6B}" destId="{AC53AD45-E7BD-4B11-B776-9F25C6ACE1D6}" srcOrd="10" destOrd="0" parTransId="{DC0A75A7-FB9A-4BAB-967A-310BC557B466}" sibTransId="{D6C75D54-B767-4FEE-9910-F35339C9B0B6}"/>
    <dgm:cxn modelId="{9F5A95C9-B3A7-4788-9495-364EC45D3105}" srcId="{8EA46CD1-68F5-4374-801D-F2166F59EC6B}" destId="{2F7B7444-A33F-4F26-BC15-C3F98B6ABEF9}" srcOrd="9" destOrd="0" parTransId="{34C70E6C-C1FA-4070-9EDC-471AB6103DC1}" sibTransId="{DEF3D4A0-185A-4EE2-B1DA-7B6A8542C8DC}"/>
    <dgm:cxn modelId="{F5F43BD0-A017-43D1-AC7F-ABC8B8171607}" type="presOf" srcId="{1E88609B-EE5B-489D-9E56-F3057C49BBEE}" destId="{7D922327-DE3E-4C64-A9CE-3AF1A196ACC1}" srcOrd="0" destOrd="0" presId="urn:microsoft.com/office/officeart/2008/layout/LinedList"/>
    <dgm:cxn modelId="{132A4FDE-75F3-427D-B324-73256A6EC02B}" srcId="{8EA46CD1-68F5-4374-801D-F2166F59EC6B}" destId="{1E88609B-EE5B-489D-9E56-F3057C49BBEE}" srcOrd="0" destOrd="0" parTransId="{F8EDA26F-B89C-49F5-A8D0-A5BE71DF7FC8}" sibTransId="{0EDEF64F-80DA-45BE-937A-F0A89FD1D282}"/>
    <dgm:cxn modelId="{E7D3DBE8-0A22-494A-A2EC-B4F311FD14FA}" type="presOf" srcId="{5EDAA796-AD1F-4AE6-940C-D1269D9BE32E}" destId="{49D20818-2C07-4ED8-8638-619F1C4126C9}" srcOrd="0" destOrd="0" presId="urn:microsoft.com/office/officeart/2008/layout/LinedList"/>
    <dgm:cxn modelId="{CE2BE0FA-7355-4BD8-8EA4-BB4DD3B39C6E}" srcId="{8EA46CD1-68F5-4374-801D-F2166F59EC6B}" destId="{911F8F47-5719-4D5D-BDA5-945DA7861B7F}" srcOrd="3" destOrd="0" parTransId="{2145AF7C-5E2B-4291-A8DE-AB5E2A404282}" sibTransId="{34C441DD-A173-4F84-8BA2-7A666AE7F6AD}"/>
    <dgm:cxn modelId="{4B1567FF-B0F7-4C75-8817-DF4F6A9E4B05}" type="presOf" srcId="{3F9F5088-590F-4BAB-9AC2-121B89FB191A}" destId="{CD879AE9-22C2-4421-B68D-98C532B1325E}" srcOrd="0" destOrd="0" presId="urn:microsoft.com/office/officeart/2008/layout/LinedList"/>
    <dgm:cxn modelId="{83D259A8-710E-40F1-BF66-23B9D8783249}" type="presParOf" srcId="{4491F66B-7533-407F-90C5-243B98FD1642}" destId="{2FC04351-09D3-427B-866B-21993BBBD390}" srcOrd="0" destOrd="0" presId="urn:microsoft.com/office/officeart/2008/layout/LinedList"/>
    <dgm:cxn modelId="{18657D9D-C17D-4674-9CD7-D0D54FA7B59B}" type="presParOf" srcId="{4491F66B-7533-407F-90C5-243B98FD1642}" destId="{7FE789FD-1CD4-4D69-AF39-3725C7F5A670}" srcOrd="1" destOrd="0" presId="urn:microsoft.com/office/officeart/2008/layout/LinedList"/>
    <dgm:cxn modelId="{8EA966BC-EF8E-4511-A8C5-BCB26AA94622}" type="presParOf" srcId="{7FE789FD-1CD4-4D69-AF39-3725C7F5A670}" destId="{7D922327-DE3E-4C64-A9CE-3AF1A196ACC1}" srcOrd="0" destOrd="0" presId="urn:microsoft.com/office/officeart/2008/layout/LinedList"/>
    <dgm:cxn modelId="{3D499AA8-18A2-45E6-A1E5-92822AE8D2B0}" type="presParOf" srcId="{7FE789FD-1CD4-4D69-AF39-3725C7F5A670}" destId="{74F74EB5-8CA3-4BA1-82D2-9AC2AFC186DE}" srcOrd="1" destOrd="0" presId="urn:microsoft.com/office/officeart/2008/layout/LinedList"/>
    <dgm:cxn modelId="{357F74FD-F19A-4147-A571-D018FEAB0151}" type="presParOf" srcId="{4491F66B-7533-407F-90C5-243B98FD1642}" destId="{0F3CD8D7-FFBA-4D22-9448-5E58FABBD3E1}" srcOrd="2" destOrd="0" presId="urn:microsoft.com/office/officeart/2008/layout/LinedList"/>
    <dgm:cxn modelId="{E9916A89-AA3D-4064-B6FA-001AED33EBC7}" type="presParOf" srcId="{4491F66B-7533-407F-90C5-243B98FD1642}" destId="{504036F8-1DEA-4A27-8222-B28BA4FB0F19}" srcOrd="3" destOrd="0" presId="urn:microsoft.com/office/officeart/2008/layout/LinedList"/>
    <dgm:cxn modelId="{5C25707F-2B86-415D-A9BA-DCA4C919F6FF}" type="presParOf" srcId="{504036F8-1DEA-4A27-8222-B28BA4FB0F19}" destId="{53140DA4-9828-4BFC-9EE6-466B62328710}" srcOrd="0" destOrd="0" presId="urn:microsoft.com/office/officeart/2008/layout/LinedList"/>
    <dgm:cxn modelId="{D2E79C3B-3ED8-49DB-B86E-A9B245FCF556}" type="presParOf" srcId="{504036F8-1DEA-4A27-8222-B28BA4FB0F19}" destId="{A069BAD6-BD31-4E1F-9AE6-1E6C2A43788F}" srcOrd="1" destOrd="0" presId="urn:microsoft.com/office/officeart/2008/layout/LinedList"/>
    <dgm:cxn modelId="{89FADCAE-FBBD-418C-A326-A819B250526D}" type="presParOf" srcId="{4491F66B-7533-407F-90C5-243B98FD1642}" destId="{76792F23-BF94-471D-BFB9-DFF0B4BA0596}" srcOrd="4" destOrd="0" presId="urn:microsoft.com/office/officeart/2008/layout/LinedList"/>
    <dgm:cxn modelId="{23104CFF-5279-43C9-AF8A-BDCDE7164977}" type="presParOf" srcId="{4491F66B-7533-407F-90C5-243B98FD1642}" destId="{25071235-94A3-46AC-A994-D416B391FFA6}" srcOrd="5" destOrd="0" presId="urn:microsoft.com/office/officeart/2008/layout/LinedList"/>
    <dgm:cxn modelId="{DDCFE602-2EBE-47BF-9910-5C8F0E240856}" type="presParOf" srcId="{25071235-94A3-46AC-A994-D416B391FFA6}" destId="{31257132-CECC-4CF1-AFA0-14953B2C46FC}" srcOrd="0" destOrd="0" presId="urn:microsoft.com/office/officeart/2008/layout/LinedList"/>
    <dgm:cxn modelId="{98A55424-6703-4348-8CF7-CCAB976F4828}" type="presParOf" srcId="{25071235-94A3-46AC-A994-D416B391FFA6}" destId="{3F7A97E0-FEEB-4AC5-A68B-7C4CDE2CC7DB}" srcOrd="1" destOrd="0" presId="urn:microsoft.com/office/officeart/2008/layout/LinedList"/>
    <dgm:cxn modelId="{6001F9ED-D0F5-4CDF-8E18-514A1A07820D}" type="presParOf" srcId="{4491F66B-7533-407F-90C5-243B98FD1642}" destId="{81A3D9AE-D774-4AAB-AF42-5CB10CB028BE}" srcOrd="6" destOrd="0" presId="urn:microsoft.com/office/officeart/2008/layout/LinedList"/>
    <dgm:cxn modelId="{25025B4A-0E61-42B6-8AB5-4ED36DE94C9D}" type="presParOf" srcId="{4491F66B-7533-407F-90C5-243B98FD1642}" destId="{5E08F43B-34D5-469C-B2F5-CE6C7D6CBEB2}" srcOrd="7" destOrd="0" presId="urn:microsoft.com/office/officeart/2008/layout/LinedList"/>
    <dgm:cxn modelId="{CEDB508C-CF5E-40B9-A6ED-A90A2B7DCD83}" type="presParOf" srcId="{5E08F43B-34D5-469C-B2F5-CE6C7D6CBEB2}" destId="{A723DCB7-6DD0-48AF-86D7-C9DF1A43CD1D}" srcOrd="0" destOrd="0" presId="urn:microsoft.com/office/officeart/2008/layout/LinedList"/>
    <dgm:cxn modelId="{AEB3FCD7-F0CA-4303-9928-E125FBECEE0B}" type="presParOf" srcId="{5E08F43B-34D5-469C-B2F5-CE6C7D6CBEB2}" destId="{FB94A11F-C795-4B7C-AB06-E8C2FC69B518}" srcOrd="1" destOrd="0" presId="urn:microsoft.com/office/officeart/2008/layout/LinedList"/>
    <dgm:cxn modelId="{ACD2F25D-49FE-4972-938C-599802A472FA}" type="presParOf" srcId="{4491F66B-7533-407F-90C5-243B98FD1642}" destId="{6AF27164-94EF-4050-8BAD-CB8EFA7C3D22}" srcOrd="8" destOrd="0" presId="urn:microsoft.com/office/officeart/2008/layout/LinedList"/>
    <dgm:cxn modelId="{2D6F85EE-C4C7-4BFF-A6E9-1EB0A1F349B3}" type="presParOf" srcId="{4491F66B-7533-407F-90C5-243B98FD1642}" destId="{48B5775A-02A7-4A1F-9369-7FBA440F03F2}" srcOrd="9" destOrd="0" presId="urn:microsoft.com/office/officeart/2008/layout/LinedList"/>
    <dgm:cxn modelId="{4256BE98-EABE-43BC-B21F-DA85427E60AC}" type="presParOf" srcId="{48B5775A-02A7-4A1F-9369-7FBA440F03F2}" destId="{9B510593-EEF7-4D13-BD48-545A482774C4}" srcOrd="0" destOrd="0" presId="urn:microsoft.com/office/officeart/2008/layout/LinedList"/>
    <dgm:cxn modelId="{4E37614F-6499-4552-AF03-4E1D355CE2B2}" type="presParOf" srcId="{48B5775A-02A7-4A1F-9369-7FBA440F03F2}" destId="{8616FC07-0BA4-4664-91EB-60DB4F90A808}" srcOrd="1" destOrd="0" presId="urn:microsoft.com/office/officeart/2008/layout/LinedList"/>
    <dgm:cxn modelId="{3E4A069A-C537-4DBE-8AA5-5F6536959833}" type="presParOf" srcId="{4491F66B-7533-407F-90C5-243B98FD1642}" destId="{5B87C62C-BB9D-4EF2-9FEE-C086695BD965}" srcOrd="10" destOrd="0" presId="urn:microsoft.com/office/officeart/2008/layout/LinedList"/>
    <dgm:cxn modelId="{BF0BED05-30E2-4C6A-AD49-6F4D7F1B9D53}" type="presParOf" srcId="{4491F66B-7533-407F-90C5-243B98FD1642}" destId="{10C48769-E02F-448C-8A80-FD7C1C5D29BE}" srcOrd="11" destOrd="0" presId="urn:microsoft.com/office/officeart/2008/layout/LinedList"/>
    <dgm:cxn modelId="{F30F404A-E44A-41E2-94FD-143B90D3AC1D}" type="presParOf" srcId="{10C48769-E02F-448C-8A80-FD7C1C5D29BE}" destId="{E4E536EC-0B36-494D-8E31-44C4238D17E6}" srcOrd="0" destOrd="0" presId="urn:microsoft.com/office/officeart/2008/layout/LinedList"/>
    <dgm:cxn modelId="{F9ABE926-FBB8-40A5-AFBF-1D7FD420E553}" type="presParOf" srcId="{10C48769-E02F-448C-8A80-FD7C1C5D29BE}" destId="{44BA3E53-B3A8-4061-A31C-75ABEC3A9B7F}" srcOrd="1" destOrd="0" presId="urn:microsoft.com/office/officeart/2008/layout/LinedList"/>
    <dgm:cxn modelId="{0A4B15B2-0263-4BA1-8A57-6312182CEFFE}" type="presParOf" srcId="{4491F66B-7533-407F-90C5-243B98FD1642}" destId="{7606FCD7-98F5-41E3-A573-24FA9DCE6F04}" srcOrd="12" destOrd="0" presId="urn:microsoft.com/office/officeart/2008/layout/LinedList"/>
    <dgm:cxn modelId="{588BE418-B0C0-4A77-B364-2A2FD54D0B31}" type="presParOf" srcId="{4491F66B-7533-407F-90C5-243B98FD1642}" destId="{F8A200EB-C29D-4B59-9012-481347C6DD53}" srcOrd="13" destOrd="0" presId="urn:microsoft.com/office/officeart/2008/layout/LinedList"/>
    <dgm:cxn modelId="{8DF4BD87-C7C9-45D0-A0F1-71AED40F7CF5}" type="presParOf" srcId="{F8A200EB-C29D-4B59-9012-481347C6DD53}" destId="{49D20818-2C07-4ED8-8638-619F1C4126C9}" srcOrd="0" destOrd="0" presId="urn:microsoft.com/office/officeart/2008/layout/LinedList"/>
    <dgm:cxn modelId="{A5A77A60-159E-4EFD-8A3B-816ED19B7B36}" type="presParOf" srcId="{F8A200EB-C29D-4B59-9012-481347C6DD53}" destId="{4D352614-94AA-4384-9B4C-B9DDF029F53D}" srcOrd="1" destOrd="0" presId="urn:microsoft.com/office/officeart/2008/layout/LinedList"/>
    <dgm:cxn modelId="{73633A29-BBB8-4118-B554-62CCA832C36F}" type="presParOf" srcId="{4491F66B-7533-407F-90C5-243B98FD1642}" destId="{2E6C4D0E-AF25-4D70-9922-B5331AF1D2B1}" srcOrd="14" destOrd="0" presId="urn:microsoft.com/office/officeart/2008/layout/LinedList"/>
    <dgm:cxn modelId="{CC3C74C6-F0CF-49D5-9222-2D693B82A32C}" type="presParOf" srcId="{4491F66B-7533-407F-90C5-243B98FD1642}" destId="{36D97F10-7AD2-4028-99CB-80D5327EEBDB}" srcOrd="15" destOrd="0" presId="urn:microsoft.com/office/officeart/2008/layout/LinedList"/>
    <dgm:cxn modelId="{8116EA4D-6187-4CD7-B0D1-D1528679E69C}" type="presParOf" srcId="{36D97F10-7AD2-4028-99CB-80D5327EEBDB}" destId="{142FD7B7-0BE1-4AA9-9CFC-8229C6BCA661}" srcOrd="0" destOrd="0" presId="urn:microsoft.com/office/officeart/2008/layout/LinedList"/>
    <dgm:cxn modelId="{17E89327-7911-4C42-A824-A9AC72559B93}" type="presParOf" srcId="{36D97F10-7AD2-4028-99CB-80D5327EEBDB}" destId="{2CE13E88-2F59-4F50-A541-7A1748026C38}" srcOrd="1" destOrd="0" presId="urn:microsoft.com/office/officeart/2008/layout/LinedList"/>
    <dgm:cxn modelId="{019DB4BF-E883-4FA6-89AA-DFCD834DF571}" type="presParOf" srcId="{4491F66B-7533-407F-90C5-243B98FD1642}" destId="{89DA22BD-788A-4F04-940F-A454C0439B8B}" srcOrd="16" destOrd="0" presId="urn:microsoft.com/office/officeart/2008/layout/LinedList"/>
    <dgm:cxn modelId="{ABB25469-E5B6-4BFE-ABC9-9C8A8145D013}" type="presParOf" srcId="{4491F66B-7533-407F-90C5-243B98FD1642}" destId="{0413C52C-EA46-449A-813F-6BCE9CF87F98}" srcOrd="17" destOrd="0" presId="urn:microsoft.com/office/officeart/2008/layout/LinedList"/>
    <dgm:cxn modelId="{943887BE-0E10-4401-9159-A96C13AF9C43}" type="presParOf" srcId="{0413C52C-EA46-449A-813F-6BCE9CF87F98}" destId="{CD879AE9-22C2-4421-B68D-98C532B1325E}" srcOrd="0" destOrd="0" presId="urn:microsoft.com/office/officeart/2008/layout/LinedList"/>
    <dgm:cxn modelId="{3D604DE0-5AB3-472E-B19B-EA9FACFC9D2E}" type="presParOf" srcId="{0413C52C-EA46-449A-813F-6BCE9CF87F98}" destId="{013A7DAA-A511-4911-A82C-506CC83FAE96}" srcOrd="1" destOrd="0" presId="urn:microsoft.com/office/officeart/2008/layout/LinedList"/>
    <dgm:cxn modelId="{93C3D161-B86F-4883-8AF9-9D44D1F2E2D6}" type="presParOf" srcId="{4491F66B-7533-407F-90C5-243B98FD1642}" destId="{28C150D8-00B7-453E-97C6-FBA02DF99431}" srcOrd="18" destOrd="0" presId="urn:microsoft.com/office/officeart/2008/layout/LinedList"/>
    <dgm:cxn modelId="{AE38E363-4B22-47FF-A3FA-A55CFC73FFB7}" type="presParOf" srcId="{4491F66B-7533-407F-90C5-243B98FD1642}" destId="{752D6D47-6B00-436E-A775-C4FEDED123B0}" srcOrd="19" destOrd="0" presId="urn:microsoft.com/office/officeart/2008/layout/LinedList"/>
    <dgm:cxn modelId="{90C22452-B57C-4264-A45F-DF1F8FEF2E39}" type="presParOf" srcId="{752D6D47-6B00-436E-A775-C4FEDED123B0}" destId="{242098D4-CB67-45EE-8B44-789862347117}" srcOrd="0" destOrd="0" presId="urn:microsoft.com/office/officeart/2008/layout/LinedList"/>
    <dgm:cxn modelId="{538A6BB2-C07D-43D3-AA6A-D70EBBBEE8D3}" type="presParOf" srcId="{752D6D47-6B00-436E-A775-C4FEDED123B0}" destId="{4088E7F7-139F-4DB6-A864-6ADEC4B26381}" srcOrd="1" destOrd="0" presId="urn:microsoft.com/office/officeart/2008/layout/LinedList"/>
    <dgm:cxn modelId="{1932AD64-1560-4A56-8845-4ECBE10881F7}" type="presParOf" srcId="{4491F66B-7533-407F-90C5-243B98FD1642}" destId="{77EFFE21-1E00-40A2-ADFD-B3CB69944390}" srcOrd="20" destOrd="0" presId="urn:microsoft.com/office/officeart/2008/layout/LinedList"/>
    <dgm:cxn modelId="{04464961-EE56-494B-AE4E-52E7E4B6DD41}" type="presParOf" srcId="{4491F66B-7533-407F-90C5-243B98FD1642}" destId="{449C0A9A-A5DB-4D54-9E27-5E385BC490EA}" srcOrd="21" destOrd="0" presId="urn:microsoft.com/office/officeart/2008/layout/LinedList"/>
    <dgm:cxn modelId="{AC240E49-99FD-40C9-B167-B7207ECBAA36}" type="presParOf" srcId="{449C0A9A-A5DB-4D54-9E27-5E385BC490EA}" destId="{9FEC56A8-4728-45D0-A3D1-6100644FCAFD}" srcOrd="0" destOrd="0" presId="urn:microsoft.com/office/officeart/2008/layout/LinedList"/>
    <dgm:cxn modelId="{82EED79C-C75E-4167-ACFE-6EED26FAD8D2}" type="presParOf" srcId="{449C0A9A-A5DB-4D54-9E27-5E385BC490EA}" destId="{FEC0B71D-DA9A-490E-8DB5-2006F4DA344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EA46CD1-68F5-4374-801D-F2166F59EC6B}" type="doc">
      <dgm:prSet loTypeId="urn:microsoft.com/office/officeart/2008/layout/LinedList" loCatId="list" qsTypeId="urn:microsoft.com/office/officeart/2005/8/quickstyle/simple1#8" qsCatId="simple" csTypeId="urn:microsoft.com/office/officeart/2005/8/colors/accent2_1#8" csCatId="accent2" phldr="1"/>
      <dgm:spPr/>
      <dgm:t>
        <a:bodyPr/>
        <a:lstStyle/>
        <a:p>
          <a:endParaRPr lang="en-CA"/>
        </a:p>
      </dgm:t>
    </dgm:pt>
    <dgm:pt modelId="{072B2B2B-002E-4C58-A14D-FC483A43C678}">
      <dgm:prSet/>
      <dgm:spPr/>
      <dgm:t>
        <a:bodyPr/>
        <a:lstStyle/>
        <a:p>
          <a:pPr>
            <a:buNone/>
          </a:pPr>
          <a:r>
            <a:rPr lang="en-CA" b="1" i="0"/>
            <a:t>Data ownership. </a:t>
          </a:r>
          <a:r>
            <a:rPr lang="en-CA" b="0" i="0"/>
            <a:t>Business is accountable for each domain; data is captured consistently with tags, lineage, and a simple data contract.</a:t>
          </a:r>
          <a:endParaRPr lang="en-CA"/>
        </a:p>
      </dgm:t>
    </dgm:pt>
    <dgm:pt modelId="{F090C479-5E4B-4BFE-8220-E0D176B76692}" type="sibTrans" cxnId="{BC4ADF57-C5CF-4111-B68B-C6D906EA2F58}">
      <dgm:prSet/>
      <dgm:spPr/>
      <dgm:t>
        <a:bodyPr/>
        <a:lstStyle/>
        <a:p>
          <a:endParaRPr lang="en-CA"/>
        </a:p>
      </dgm:t>
    </dgm:pt>
    <dgm:pt modelId="{549870DD-4FB9-4CB8-8C54-44C0DB8FCBD4}" type="parTrans" cxnId="{BC4ADF57-C5CF-4111-B68B-C6D906EA2F58}">
      <dgm:prSet/>
      <dgm:spPr/>
      <dgm:t>
        <a:bodyPr/>
        <a:lstStyle/>
        <a:p>
          <a:endParaRPr lang="en-CA"/>
        </a:p>
      </dgm:t>
    </dgm:pt>
    <dgm:pt modelId="{920F3029-D7FB-494D-B93B-CC8D9A6183F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b="1"/>
            <a:t>Respect privacy at the edge.</a:t>
          </a:r>
          <a:r>
            <a:rPr lang="en-CA"/>
            <a:t> Apply consent and usage rules as close to the data source as possible.</a:t>
          </a:r>
        </a:p>
      </dgm:t>
    </dgm:pt>
    <dgm:pt modelId="{13E341B2-1689-4684-9B8A-7391ECE41352}" type="parTrans" cxnId="{756BCED9-E12A-48E2-B088-7FF62648A848}">
      <dgm:prSet/>
      <dgm:spPr/>
      <dgm:t>
        <a:bodyPr/>
        <a:lstStyle/>
        <a:p>
          <a:endParaRPr lang="en-CA"/>
        </a:p>
      </dgm:t>
    </dgm:pt>
    <dgm:pt modelId="{2C006BC1-CA73-4805-B7AD-CBBA6E53378A}" type="sibTrans" cxnId="{756BCED9-E12A-48E2-B088-7FF62648A848}">
      <dgm:prSet/>
      <dgm:spPr/>
      <dgm:t>
        <a:bodyPr/>
        <a:lstStyle/>
        <a:p>
          <a:endParaRPr lang="en-CA"/>
        </a:p>
      </dgm:t>
    </dgm:pt>
    <dgm:pt modelId="{108AF8E9-12ED-42B4-98BC-BE2F814259E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b="1"/>
            <a:t>Keep residency rules.</a:t>
          </a:r>
          <a:r>
            <a:rPr lang="en-CA"/>
            <a:t> Route data to the correct country/segment and don’t move it across segments without approval.</a:t>
          </a:r>
        </a:p>
      </dgm:t>
    </dgm:pt>
    <dgm:pt modelId="{5EC865A3-DDE0-425C-9B20-5C55D7516AD8}" type="parTrans" cxnId="{ABB08CEB-4212-4BA8-A328-5841B6BBA3E4}">
      <dgm:prSet/>
      <dgm:spPr/>
      <dgm:t>
        <a:bodyPr/>
        <a:lstStyle/>
        <a:p>
          <a:endParaRPr lang="en-CA"/>
        </a:p>
      </dgm:t>
    </dgm:pt>
    <dgm:pt modelId="{ACBD09E5-3E8D-49E9-A58A-E27EE7C51CAA}" type="sibTrans" cxnId="{ABB08CEB-4212-4BA8-A328-5841B6BBA3E4}">
      <dgm:prSet/>
      <dgm:spPr/>
      <dgm:t>
        <a:bodyPr/>
        <a:lstStyle/>
        <a:p>
          <a:endParaRPr lang="en-CA"/>
        </a:p>
      </dgm:t>
    </dgm:pt>
    <dgm:pt modelId="{99C606D0-D0E6-4694-934F-8CA08459287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b="1"/>
            <a:t>No shadow feeds.</a:t>
          </a:r>
          <a:r>
            <a:rPr lang="en-CA"/>
            <a:t> All connections to sources use approved connectors with approved contract and show up in monitoring.</a:t>
          </a:r>
        </a:p>
      </dgm:t>
    </dgm:pt>
    <dgm:pt modelId="{9F560A67-3C24-4867-A968-F6C8E1F62B27}" type="parTrans" cxnId="{3BDF0E2F-21AF-49E8-96BA-1CD1515D240F}">
      <dgm:prSet/>
      <dgm:spPr/>
      <dgm:t>
        <a:bodyPr/>
        <a:lstStyle/>
        <a:p>
          <a:endParaRPr lang="en-CA"/>
        </a:p>
      </dgm:t>
    </dgm:pt>
    <dgm:pt modelId="{CA6AC744-CCDA-4D6A-A0F9-8A3BB8611EF8}" type="sibTrans" cxnId="{3BDF0E2F-21AF-49E8-96BA-1CD1515D240F}">
      <dgm:prSet/>
      <dgm:spPr/>
      <dgm:t>
        <a:bodyPr/>
        <a:lstStyle/>
        <a:p>
          <a:endParaRPr lang="en-CA"/>
        </a:p>
      </dgm:t>
    </dgm:pt>
    <dgm:pt modelId="{E6C42516-C6F8-497C-BBC7-2B75640B6C3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b="1" i="0"/>
            <a:t>Metadata-First Design: </a:t>
          </a:r>
          <a:r>
            <a:rPr lang="en-CA" b="0" i="0"/>
            <a:t>Automatically tag all data with business and technical metadata at the point of creation for reuse and AI explainability.</a:t>
          </a:r>
          <a:endParaRPr lang="en-CA" b="0"/>
        </a:p>
      </dgm:t>
    </dgm:pt>
    <dgm:pt modelId="{2CD15291-EC67-4988-8822-E6DB7B3B0315}" type="parTrans" cxnId="{95A99D4E-E504-44AD-9765-BA471F3A8551}">
      <dgm:prSet/>
      <dgm:spPr/>
      <dgm:t>
        <a:bodyPr/>
        <a:lstStyle/>
        <a:p>
          <a:endParaRPr lang="en-CA"/>
        </a:p>
      </dgm:t>
    </dgm:pt>
    <dgm:pt modelId="{96B19E4A-6ECF-42D1-8B20-646E21AC8088}" type="sibTrans" cxnId="{95A99D4E-E504-44AD-9765-BA471F3A8551}">
      <dgm:prSet/>
      <dgm:spPr/>
      <dgm:t>
        <a:bodyPr/>
        <a:lstStyle/>
        <a:p>
          <a:endParaRPr lang="en-CA"/>
        </a:p>
      </dgm:t>
    </dgm:pt>
    <dgm:pt modelId="{51EDAF2E-8949-4988-851A-E04636DC1A5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b="1" i="0"/>
            <a:t>Domain-Aligned Classification: </a:t>
          </a:r>
          <a:r>
            <a:rPr lang="en-CA" b="0" i="0"/>
            <a:t>Label data based on business domains to support reuse, governance, and discovery.</a:t>
          </a:r>
        </a:p>
      </dgm:t>
    </dgm:pt>
    <dgm:pt modelId="{B4209404-61CA-4327-B795-3BA6BD953FC9}" type="parTrans" cxnId="{0F5B1B7D-E7C5-4668-A1F3-2A5C1C1A6D41}">
      <dgm:prSet/>
      <dgm:spPr/>
      <dgm:t>
        <a:bodyPr/>
        <a:lstStyle/>
        <a:p>
          <a:endParaRPr lang="en-CA"/>
        </a:p>
      </dgm:t>
    </dgm:pt>
    <dgm:pt modelId="{EC45E6C4-6FA6-4A66-9019-E3D1E4A3B7B5}" type="sibTrans" cxnId="{0F5B1B7D-E7C5-4668-A1F3-2A5C1C1A6D41}">
      <dgm:prSet/>
      <dgm:spPr/>
      <dgm:t>
        <a:bodyPr/>
        <a:lstStyle/>
        <a:p>
          <a:endParaRPr lang="en-CA"/>
        </a:p>
      </dgm:t>
    </dgm:pt>
    <dgm:pt modelId="{E4C5E689-B5CC-40F5-A75F-7CD76C1EDDC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b="1" i="0"/>
            <a:t>Embedded Lineage Tracking: </a:t>
          </a:r>
          <a:r>
            <a:rPr lang="en-CA" b="0" i="0"/>
            <a:t>Capture and visualise data origin and flow to support audit, compliance, and AI readiness.</a:t>
          </a:r>
        </a:p>
      </dgm:t>
    </dgm:pt>
    <dgm:pt modelId="{B83EB220-1A6D-46F6-9658-DC45982CB2D1}" type="parTrans" cxnId="{B51AC357-463B-4B63-ADF0-3CEA40632B3A}">
      <dgm:prSet/>
      <dgm:spPr/>
      <dgm:t>
        <a:bodyPr/>
        <a:lstStyle/>
        <a:p>
          <a:endParaRPr lang="en-CA"/>
        </a:p>
      </dgm:t>
    </dgm:pt>
    <dgm:pt modelId="{43491178-C2D9-4C23-9023-925D5C6D471A}" type="sibTrans" cxnId="{B51AC357-463B-4B63-ADF0-3CEA40632B3A}">
      <dgm:prSet/>
      <dgm:spPr/>
      <dgm:t>
        <a:bodyPr/>
        <a:lstStyle/>
        <a:p>
          <a:endParaRPr lang="en-CA"/>
        </a:p>
      </dgm:t>
    </dgm:pt>
    <dgm:pt modelId="{55B73586-88AB-49FD-A044-A652FACD674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b="1" i="0">
              <a:highlight>
                <a:srgbClr val="FFFF00"/>
              </a:highlight>
            </a:rPr>
            <a:t>Automated</a:t>
          </a:r>
          <a:r>
            <a:rPr lang="en-CA" b="1" i="0"/>
            <a:t> Discovery Enablement: </a:t>
          </a:r>
          <a:r>
            <a:rPr lang="en-CA" b="0" i="0"/>
            <a:t>Enable cataloguing tools to scan and index new data assets across structured and unstructured sources, and sources should allow discoverability of their datasets</a:t>
          </a:r>
        </a:p>
      </dgm:t>
    </dgm:pt>
    <dgm:pt modelId="{C293E5A0-6EA1-42EC-930E-6FB9CFB149D1}" type="parTrans" cxnId="{98311D92-9F2C-45C6-83C5-7D722EAC08A2}">
      <dgm:prSet/>
      <dgm:spPr/>
      <dgm:t>
        <a:bodyPr/>
        <a:lstStyle/>
        <a:p>
          <a:endParaRPr lang="en-CA"/>
        </a:p>
      </dgm:t>
    </dgm:pt>
    <dgm:pt modelId="{7AD4AC53-E22C-493F-A8E3-20DA0544F394}" type="sibTrans" cxnId="{98311D92-9F2C-45C6-83C5-7D722EAC08A2}">
      <dgm:prSet/>
      <dgm:spPr/>
      <dgm:t>
        <a:bodyPr/>
        <a:lstStyle/>
        <a:p>
          <a:endParaRPr lang="en-CA"/>
        </a:p>
      </dgm:t>
    </dgm:pt>
    <dgm:pt modelId="{3B86EA03-F007-4BD5-AE6B-528EF3EC646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b="1" i="0">
              <a:highlight>
                <a:srgbClr val="FFFF00"/>
              </a:highlight>
            </a:rPr>
            <a:t>Standardised</a:t>
          </a:r>
          <a:r>
            <a:rPr lang="en-CA" b="1" i="0"/>
            <a:t> Naming and Format: </a:t>
          </a:r>
          <a:r>
            <a:rPr lang="en-CA" b="0" i="0"/>
            <a:t>Use consistent names and labels to make data easy to find, understand, and integrate aligned to defined enterprise data standards.</a:t>
          </a:r>
        </a:p>
      </dgm:t>
    </dgm:pt>
    <dgm:pt modelId="{0EFD3E83-6562-47FC-8077-21DE1F3940AE}" type="parTrans" cxnId="{F21C41C5-509C-47E6-B2BF-30DD467B152C}">
      <dgm:prSet/>
      <dgm:spPr/>
      <dgm:t>
        <a:bodyPr/>
        <a:lstStyle/>
        <a:p>
          <a:endParaRPr lang="en-CA"/>
        </a:p>
      </dgm:t>
    </dgm:pt>
    <dgm:pt modelId="{6B520FE4-3347-448B-91CF-2C17B4AE1C2E}" type="sibTrans" cxnId="{F21C41C5-509C-47E6-B2BF-30DD467B152C}">
      <dgm:prSet/>
      <dgm:spPr/>
      <dgm:t>
        <a:bodyPr/>
        <a:lstStyle/>
        <a:p>
          <a:endParaRPr lang="en-CA"/>
        </a:p>
      </dgm:t>
    </dgm:pt>
    <dgm:pt modelId="{699357AB-DC46-4516-8FA0-95DD096CE5B0}">
      <dgm:prSet/>
      <dgm:spPr/>
      <dgm:t>
        <a:bodyPr/>
        <a:lstStyle/>
        <a:p>
          <a:pPr>
            <a:buNone/>
          </a:pPr>
          <a:r>
            <a:rPr lang="en-CA" b="1"/>
            <a:t>Contract before connect.</a:t>
          </a:r>
          <a:r>
            <a:rPr lang="en-CA"/>
            <a:t> Every source needs a simple data contract (what the data is, how fresh it is, who can use it, retention, and quality expectations). </a:t>
          </a:r>
        </a:p>
      </dgm:t>
    </dgm:pt>
    <dgm:pt modelId="{3A9857C2-1454-4A60-B7E9-599509CD0794}" type="parTrans" cxnId="{B13345CA-6C1E-4D6F-8C19-CC73E6032A67}">
      <dgm:prSet/>
      <dgm:spPr/>
      <dgm:t>
        <a:bodyPr/>
        <a:lstStyle/>
        <a:p>
          <a:endParaRPr lang="en-CA"/>
        </a:p>
      </dgm:t>
    </dgm:pt>
    <dgm:pt modelId="{112B338D-83C8-4C4B-8EFE-08768EE1C6E4}" type="sibTrans" cxnId="{B13345CA-6C1E-4D6F-8C19-CC73E6032A67}">
      <dgm:prSet/>
      <dgm:spPr/>
      <dgm:t>
        <a:bodyPr/>
        <a:lstStyle/>
        <a:p>
          <a:endParaRPr lang="en-CA"/>
        </a:p>
      </dgm:t>
    </dgm:pt>
    <dgm:pt modelId="{4491F66B-7533-407F-90C5-243B98FD1642}" type="pres">
      <dgm:prSet presAssocID="{8EA46CD1-68F5-4374-801D-F2166F59EC6B}" presName="vert0" presStyleCnt="0">
        <dgm:presLayoutVars>
          <dgm:dir/>
          <dgm:animOne val="branch"/>
          <dgm:animLvl val="lvl"/>
        </dgm:presLayoutVars>
      </dgm:prSet>
      <dgm:spPr/>
    </dgm:pt>
    <dgm:pt modelId="{DEED1A12-7259-4463-B06C-3CADD6B1F96D}" type="pres">
      <dgm:prSet presAssocID="{072B2B2B-002E-4C58-A14D-FC483A43C678}" presName="thickLine" presStyleLbl="alignNode1" presStyleIdx="0" presStyleCnt="10"/>
      <dgm:spPr/>
    </dgm:pt>
    <dgm:pt modelId="{17012F88-C419-431D-898D-247050507AB4}" type="pres">
      <dgm:prSet presAssocID="{072B2B2B-002E-4C58-A14D-FC483A43C678}" presName="horz1" presStyleCnt="0"/>
      <dgm:spPr/>
    </dgm:pt>
    <dgm:pt modelId="{5563BFC3-3148-4528-8A8E-4BB50CEAF25F}" type="pres">
      <dgm:prSet presAssocID="{072B2B2B-002E-4C58-A14D-FC483A43C678}" presName="tx1" presStyleLbl="revTx" presStyleIdx="0" presStyleCnt="10"/>
      <dgm:spPr/>
    </dgm:pt>
    <dgm:pt modelId="{23C10B23-13E8-4DD0-84AC-3B10D060FC65}" type="pres">
      <dgm:prSet presAssocID="{072B2B2B-002E-4C58-A14D-FC483A43C678}" presName="vert1" presStyleCnt="0"/>
      <dgm:spPr/>
    </dgm:pt>
    <dgm:pt modelId="{DB22904C-69E0-4697-BB00-2780A06A563D}" type="pres">
      <dgm:prSet presAssocID="{699357AB-DC46-4516-8FA0-95DD096CE5B0}" presName="thickLine" presStyleLbl="alignNode1" presStyleIdx="1" presStyleCnt="10"/>
      <dgm:spPr/>
    </dgm:pt>
    <dgm:pt modelId="{7A106FD3-3A4C-4F70-ABBF-9DD9B60F2C59}" type="pres">
      <dgm:prSet presAssocID="{699357AB-DC46-4516-8FA0-95DD096CE5B0}" presName="horz1" presStyleCnt="0"/>
      <dgm:spPr/>
    </dgm:pt>
    <dgm:pt modelId="{DC13F5A3-508C-4B5C-B20C-1D6B656872DB}" type="pres">
      <dgm:prSet presAssocID="{699357AB-DC46-4516-8FA0-95DD096CE5B0}" presName="tx1" presStyleLbl="revTx" presStyleIdx="1" presStyleCnt="10"/>
      <dgm:spPr/>
    </dgm:pt>
    <dgm:pt modelId="{82B943D5-EF00-4669-943D-96D7F7901468}" type="pres">
      <dgm:prSet presAssocID="{699357AB-DC46-4516-8FA0-95DD096CE5B0}" presName="vert1" presStyleCnt="0"/>
      <dgm:spPr/>
    </dgm:pt>
    <dgm:pt modelId="{70490322-6649-4842-AF51-C3B3EFC6E95E}" type="pres">
      <dgm:prSet presAssocID="{920F3029-D7FB-494D-B93B-CC8D9A6183F1}" presName="thickLine" presStyleLbl="alignNode1" presStyleIdx="2" presStyleCnt="10"/>
      <dgm:spPr/>
    </dgm:pt>
    <dgm:pt modelId="{2E71268A-BD16-4657-A6B8-DE66BF88F7A5}" type="pres">
      <dgm:prSet presAssocID="{920F3029-D7FB-494D-B93B-CC8D9A6183F1}" presName="horz1" presStyleCnt="0"/>
      <dgm:spPr/>
    </dgm:pt>
    <dgm:pt modelId="{B4F4AB18-9B5A-4388-82CC-4A8A7E585B37}" type="pres">
      <dgm:prSet presAssocID="{920F3029-D7FB-494D-B93B-CC8D9A6183F1}" presName="tx1" presStyleLbl="revTx" presStyleIdx="2" presStyleCnt="10"/>
      <dgm:spPr/>
    </dgm:pt>
    <dgm:pt modelId="{028AD058-C765-48F3-ADC2-717913A1EB9A}" type="pres">
      <dgm:prSet presAssocID="{920F3029-D7FB-494D-B93B-CC8D9A6183F1}" presName="vert1" presStyleCnt="0"/>
      <dgm:spPr/>
    </dgm:pt>
    <dgm:pt modelId="{823B50D0-83DD-4ABD-A2E8-6FE27A878974}" type="pres">
      <dgm:prSet presAssocID="{108AF8E9-12ED-42B4-98BC-BE2F814259E7}" presName="thickLine" presStyleLbl="alignNode1" presStyleIdx="3" presStyleCnt="10"/>
      <dgm:spPr/>
    </dgm:pt>
    <dgm:pt modelId="{3C89CE60-428E-46DB-BF78-84A2216DCB87}" type="pres">
      <dgm:prSet presAssocID="{108AF8E9-12ED-42B4-98BC-BE2F814259E7}" presName="horz1" presStyleCnt="0"/>
      <dgm:spPr/>
    </dgm:pt>
    <dgm:pt modelId="{FE478574-0148-4EB0-B135-715B8BE67419}" type="pres">
      <dgm:prSet presAssocID="{108AF8E9-12ED-42B4-98BC-BE2F814259E7}" presName="tx1" presStyleLbl="revTx" presStyleIdx="3" presStyleCnt="10"/>
      <dgm:spPr/>
    </dgm:pt>
    <dgm:pt modelId="{05E735C1-713F-4180-9520-BB4070B10CA7}" type="pres">
      <dgm:prSet presAssocID="{108AF8E9-12ED-42B4-98BC-BE2F814259E7}" presName="vert1" presStyleCnt="0"/>
      <dgm:spPr/>
    </dgm:pt>
    <dgm:pt modelId="{8074E948-058F-46CA-AED1-C39AB405079B}" type="pres">
      <dgm:prSet presAssocID="{99C606D0-D0E6-4694-934F-8CA08459287B}" presName="thickLine" presStyleLbl="alignNode1" presStyleIdx="4" presStyleCnt="10"/>
      <dgm:spPr/>
    </dgm:pt>
    <dgm:pt modelId="{6CC321CF-6A61-4787-89A4-D177C65DB568}" type="pres">
      <dgm:prSet presAssocID="{99C606D0-D0E6-4694-934F-8CA08459287B}" presName="horz1" presStyleCnt="0"/>
      <dgm:spPr/>
    </dgm:pt>
    <dgm:pt modelId="{660A015E-C121-49AA-A0BA-5D1EAD4B13AF}" type="pres">
      <dgm:prSet presAssocID="{99C606D0-D0E6-4694-934F-8CA08459287B}" presName="tx1" presStyleLbl="revTx" presStyleIdx="4" presStyleCnt="10"/>
      <dgm:spPr/>
    </dgm:pt>
    <dgm:pt modelId="{5E90B94C-E922-46FD-8168-D30F1347646C}" type="pres">
      <dgm:prSet presAssocID="{99C606D0-D0E6-4694-934F-8CA08459287B}" presName="vert1" presStyleCnt="0"/>
      <dgm:spPr/>
    </dgm:pt>
    <dgm:pt modelId="{5A90A49F-575D-41D8-BD94-3D87E2A1640F}" type="pres">
      <dgm:prSet presAssocID="{E6C42516-C6F8-497C-BBC7-2B75640B6C33}" presName="thickLine" presStyleLbl="alignNode1" presStyleIdx="5" presStyleCnt="10"/>
      <dgm:spPr/>
    </dgm:pt>
    <dgm:pt modelId="{22A66096-A7B0-4655-90FA-84193C34D71A}" type="pres">
      <dgm:prSet presAssocID="{E6C42516-C6F8-497C-BBC7-2B75640B6C33}" presName="horz1" presStyleCnt="0"/>
      <dgm:spPr/>
    </dgm:pt>
    <dgm:pt modelId="{D0E209B5-75C2-4696-AE0B-2B061B136690}" type="pres">
      <dgm:prSet presAssocID="{E6C42516-C6F8-497C-BBC7-2B75640B6C33}" presName="tx1" presStyleLbl="revTx" presStyleIdx="5" presStyleCnt="10"/>
      <dgm:spPr/>
    </dgm:pt>
    <dgm:pt modelId="{64A718AC-B5EB-48CB-8F03-83E82CFF5A8C}" type="pres">
      <dgm:prSet presAssocID="{E6C42516-C6F8-497C-BBC7-2B75640B6C33}" presName="vert1" presStyleCnt="0"/>
      <dgm:spPr/>
    </dgm:pt>
    <dgm:pt modelId="{4E5AD04F-E08B-4EAF-9031-DEDC3B25F549}" type="pres">
      <dgm:prSet presAssocID="{51EDAF2E-8949-4988-851A-E04636DC1A50}" presName="thickLine" presStyleLbl="alignNode1" presStyleIdx="6" presStyleCnt="10"/>
      <dgm:spPr/>
    </dgm:pt>
    <dgm:pt modelId="{FF69720F-073D-49BF-8366-AB98FC9DCF81}" type="pres">
      <dgm:prSet presAssocID="{51EDAF2E-8949-4988-851A-E04636DC1A50}" presName="horz1" presStyleCnt="0"/>
      <dgm:spPr/>
    </dgm:pt>
    <dgm:pt modelId="{0515D561-AC99-4198-B64C-F3338430AEE5}" type="pres">
      <dgm:prSet presAssocID="{51EDAF2E-8949-4988-851A-E04636DC1A50}" presName="tx1" presStyleLbl="revTx" presStyleIdx="6" presStyleCnt="10"/>
      <dgm:spPr/>
    </dgm:pt>
    <dgm:pt modelId="{199BBEE8-854B-4F5B-B1DF-546893A9918A}" type="pres">
      <dgm:prSet presAssocID="{51EDAF2E-8949-4988-851A-E04636DC1A50}" presName="vert1" presStyleCnt="0"/>
      <dgm:spPr/>
    </dgm:pt>
    <dgm:pt modelId="{76730BAD-3648-4D14-BC56-032AF9F01B6F}" type="pres">
      <dgm:prSet presAssocID="{E4C5E689-B5CC-40F5-A75F-7CD76C1EDDC7}" presName="thickLine" presStyleLbl="alignNode1" presStyleIdx="7" presStyleCnt="10"/>
      <dgm:spPr/>
    </dgm:pt>
    <dgm:pt modelId="{A1A2E536-A502-440C-9550-EC8934F5F94B}" type="pres">
      <dgm:prSet presAssocID="{E4C5E689-B5CC-40F5-A75F-7CD76C1EDDC7}" presName="horz1" presStyleCnt="0"/>
      <dgm:spPr/>
    </dgm:pt>
    <dgm:pt modelId="{C7D9C5B0-76ED-49F4-B280-2277DC26BAC7}" type="pres">
      <dgm:prSet presAssocID="{E4C5E689-B5CC-40F5-A75F-7CD76C1EDDC7}" presName="tx1" presStyleLbl="revTx" presStyleIdx="7" presStyleCnt="10"/>
      <dgm:spPr/>
    </dgm:pt>
    <dgm:pt modelId="{E97B28EA-D651-4884-AB97-E73CEC2E92B8}" type="pres">
      <dgm:prSet presAssocID="{E4C5E689-B5CC-40F5-A75F-7CD76C1EDDC7}" presName="vert1" presStyleCnt="0"/>
      <dgm:spPr/>
    </dgm:pt>
    <dgm:pt modelId="{31539363-2883-4676-87C1-0E5DB0B366CE}" type="pres">
      <dgm:prSet presAssocID="{55B73586-88AB-49FD-A044-A652FACD674D}" presName="thickLine" presStyleLbl="alignNode1" presStyleIdx="8" presStyleCnt="10"/>
      <dgm:spPr/>
    </dgm:pt>
    <dgm:pt modelId="{80716D54-758C-47A7-B691-04BF1E85C6E9}" type="pres">
      <dgm:prSet presAssocID="{55B73586-88AB-49FD-A044-A652FACD674D}" presName="horz1" presStyleCnt="0"/>
      <dgm:spPr/>
    </dgm:pt>
    <dgm:pt modelId="{94072A44-2746-4DA7-817F-F9E0EED6C8DA}" type="pres">
      <dgm:prSet presAssocID="{55B73586-88AB-49FD-A044-A652FACD674D}" presName="tx1" presStyleLbl="revTx" presStyleIdx="8" presStyleCnt="10"/>
      <dgm:spPr/>
    </dgm:pt>
    <dgm:pt modelId="{D119F674-7854-47A6-9280-11CAB046F479}" type="pres">
      <dgm:prSet presAssocID="{55B73586-88AB-49FD-A044-A652FACD674D}" presName="vert1" presStyleCnt="0"/>
      <dgm:spPr/>
    </dgm:pt>
    <dgm:pt modelId="{E0618C65-AD6D-4F99-A68A-360A91C4C2F2}" type="pres">
      <dgm:prSet presAssocID="{3B86EA03-F007-4BD5-AE6B-528EF3EC646B}" presName="thickLine" presStyleLbl="alignNode1" presStyleIdx="9" presStyleCnt="10"/>
      <dgm:spPr/>
    </dgm:pt>
    <dgm:pt modelId="{EA97F382-B4F8-4D57-8B88-77FB67218CF3}" type="pres">
      <dgm:prSet presAssocID="{3B86EA03-F007-4BD5-AE6B-528EF3EC646B}" presName="horz1" presStyleCnt="0"/>
      <dgm:spPr/>
    </dgm:pt>
    <dgm:pt modelId="{661539A5-DE97-4BE8-9271-AF922932DD01}" type="pres">
      <dgm:prSet presAssocID="{3B86EA03-F007-4BD5-AE6B-528EF3EC646B}" presName="tx1" presStyleLbl="revTx" presStyleIdx="9" presStyleCnt="10"/>
      <dgm:spPr/>
    </dgm:pt>
    <dgm:pt modelId="{756F8363-B309-4894-9287-BFFD31BB9CB5}" type="pres">
      <dgm:prSet presAssocID="{3B86EA03-F007-4BD5-AE6B-528EF3EC646B}" presName="vert1" presStyleCnt="0"/>
      <dgm:spPr/>
    </dgm:pt>
  </dgm:ptLst>
  <dgm:cxnLst>
    <dgm:cxn modelId="{3E7F270C-E77F-426F-BE28-31B5187071F0}" type="presOf" srcId="{55B73586-88AB-49FD-A044-A652FACD674D}" destId="{94072A44-2746-4DA7-817F-F9E0EED6C8DA}" srcOrd="0" destOrd="0" presId="urn:microsoft.com/office/officeart/2008/layout/LinedList"/>
    <dgm:cxn modelId="{56C82B0F-1C57-4988-BE94-BE2412343E5B}" type="presOf" srcId="{8EA46CD1-68F5-4374-801D-F2166F59EC6B}" destId="{4491F66B-7533-407F-90C5-243B98FD1642}" srcOrd="0" destOrd="0" presId="urn:microsoft.com/office/officeart/2008/layout/LinedList"/>
    <dgm:cxn modelId="{3BDF0E2F-21AF-49E8-96BA-1CD1515D240F}" srcId="{8EA46CD1-68F5-4374-801D-F2166F59EC6B}" destId="{99C606D0-D0E6-4694-934F-8CA08459287B}" srcOrd="4" destOrd="0" parTransId="{9F560A67-3C24-4867-A968-F6C8E1F62B27}" sibTransId="{CA6AC744-CCDA-4D6A-A0F9-8A3BB8611EF8}"/>
    <dgm:cxn modelId="{ABD48847-6936-4D82-A954-C02826C472CE}" type="presOf" srcId="{920F3029-D7FB-494D-B93B-CC8D9A6183F1}" destId="{B4F4AB18-9B5A-4388-82CC-4A8A7E585B37}" srcOrd="0" destOrd="0" presId="urn:microsoft.com/office/officeart/2008/layout/LinedList"/>
    <dgm:cxn modelId="{95A99D4E-E504-44AD-9765-BA471F3A8551}" srcId="{8EA46CD1-68F5-4374-801D-F2166F59EC6B}" destId="{E6C42516-C6F8-497C-BBC7-2B75640B6C33}" srcOrd="5" destOrd="0" parTransId="{2CD15291-EC67-4988-8822-E6DB7B3B0315}" sibTransId="{96B19E4A-6ECF-42D1-8B20-646E21AC8088}"/>
    <dgm:cxn modelId="{B51AC357-463B-4B63-ADF0-3CEA40632B3A}" srcId="{8EA46CD1-68F5-4374-801D-F2166F59EC6B}" destId="{E4C5E689-B5CC-40F5-A75F-7CD76C1EDDC7}" srcOrd="7" destOrd="0" parTransId="{B83EB220-1A6D-46F6-9658-DC45982CB2D1}" sibTransId="{43491178-C2D9-4C23-9023-925D5C6D471A}"/>
    <dgm:cxn modelId="{BC4ADF57-C5CF-4111-B68B-C6D906EA2F58}" srcId="{8EA46CD1-68F5-4374-801D-F2166F59EC6B}" destId="{072B2B2B-002E-4C58-A14D-FC483A43C678}" srcOrd="0" destOrd="0" parTransId="{549870DD-4FB9-4CB8-8C54-44C0DB8FCBD4}" sibTransId="{F090C479-5E4B-4BFE-8220-E0D176B76692}"/>
    <dgm:cxn modelId="{16C6FF7A-A50E-4B55-8C40-569FD4CFC5C5}" type="presOf" srcId="{072B2B2B-002E-4C58-A14D-FC483A43C678}" destId="{5563BFC3-3148-4528-8A8E-4BB50CEAF25F}" srcOrd="0" destOrd="0" presId="urn:microsoft.com/office/officeart/2008/layout/LinedList"/>
    <dgm:cxn modelId="{0F5B1B7D-E7C5-4668-A1F3-2A5C1C1A6D41}" srcId="{8EA46CD1-68F5-4374-801D-F2166F59EC6B}" destId="{51EDAF2E-8949-4988-851A-E04636DC1A50}" srcOrd="6" destOrd="0" parTransId="{B4209404-61CA-4327-B795-3BA6BD953FC9}" sibTransId="{EC45E6C4-6FA6-4A66-9019-E3D1E4A3B7B5}"/>
    <dgm:cxn modelId="{84B51C8D-13AE-4F86-8D6B-0F2D90B368D1}" type="presOf" srcId="{51EDAF2E-8949-4988-851A-E04636DC1A50}" destId="{0515D561-AC99-4198-B64C-F3338430AEE5}" srcOrd="0" destOrd="0" presId="urn:microsoft.com/office/officeart/2008/layout/LinedList"/>
    <dgm:cxn modelId="{98311D92-9F2C-45C6-83C5-7D722EAC08A2}" srcId="{8EA46CD1-68F5-4374-801D-F2166F59EC6B}" destId="{55B73586-88AB-49FD-A044-A652FACD674D}" srcOrd="8" destOrd="0" parTransId="{C293E5A0-6EA1-42EC-930E-6FB9CFB149D1}" sibTransId="{7AD4AC53-E22C-493F-A8E3-20DA0544F394}"/>
    <dgm:cxn modelId="{20E74A9F-B23D-4747-A284-68D69F11A31E}" type="presOf" srcId="{3B86EA03-F007-4BD5-AE6B-528EF3EC646B}" destId="{661539A5-DE97-4BE8-9271-AF922932DD01}" srcOrd="0" destOrd="0" presId="urn:microsoft.com/office/officeart/2008/layout/LinedList"/>
    <dgm:cxn modelId="{65F042A4-2187-4117-A8B0-07BBB2A29604}" type="presOf" srcId="{699357AB-DC46-4516-8FA0-95DD096CE5B0}" destId="{DC13F5A3-508C-4B5C-B20C-1D6B656872DB}" srcOrd="0" destOrd="0" presId="urn:microsoft.com/office/officeart/2008/layout/LinedList"/>
    <dgm:cxn modelId="{76B976B2-A014-435A-93F4-EDFFC703C9DA}" type="presOf" srcId="{99C606D0-D0E6-4694-934F-8CA08459287B}" destId="{660A015E-C121-49AA-A0BA-5D1EAD4B13AF}" srcOrd="0" destOrd="0" presId="urn:microsoft.com/office/officeart/2008/layout/LinedList"/>
    <dgm:cxn modelId="{E313B4B8-A275-467E-9B9E-D057C2512057}" type="presOf" srcId="{108AF8E9-12ED-42B4-98BC-BE2F814259E7}" destId="{FE478574-0148-4EB0-B135-715B8BE67419}" srcOrd="0" destOrd="0" presId="urn:microsoft.com/office/officeart/2008/layout/LinedList"/>
    <dgm:cxn modelId="{F21C41C5-509C-47E6-B2BF-30DD467B152C}" srcId="{8EA46CD1-68F5-4374-801D-F2166F59EC6B}" destId="{3B86EA03-F007-4BD5-AE6B-528EF3EC646B}" srcOrd="9" destOrd="0" parTransId="{0EFD3E83-6562-47FC-8077-21DE1F3940AE}" sibTransId="{6B520FE4-3347-448B-91CF-2C17B4AE1C2E}"/>
    <dgm:cxn modelId="{B13345CA-6C1E-4D6F-8C19-CC73E6032A67}" srcId="{8EA46CD1-68F5-4374-801D-F2166F59EC6B}" destId="{699357AB-DC46-4516-8FA0-95DD096CE5B0}" srcOrd="1" destOrd="0" parTransId="{3A9857C2-1454-4A60-B7E9-599509CD0794}" sibTransId="{112B338D-83C8-4C4B-8EFE-08768EE1C6E4}"/>
    <dgm:cxn modelId="{756BCED9-E12A-48E2-B088-7FF62648A848}" srcId="{8EA46CD1-68F5-4374-801D-F2166F59EC6B}" destId="{920F3029-D7FB-494D-B93B-CC8D9A6183F1}" srcOrd="2" destOrd="0" parTransId="{13E341B2-1689-4684-9B8A-7391ECE41352}" sibTransId="{2C006BC1-CA73-4805-B7AD-CBBA6E53378A}"/>
    <dgm:cxn modelId="{B9A7B9DA-5530-4237-AA32-5B68E238200E}" type="presOf" srcId="{E6C42516-C6F8-497C-BBC7-2B75640B6C33}" destId="{D0E209B5-75C2-4696-AE0B-2B061B136690}" srcOrd="0" destOrd="0" presId="urn:microsoft.com/office/officeart/2008/layout/LinedList"/>
    <dgm:cxn modelId="{ABB08CEB-4212-4BA8-A328-5841B6BBA3E4}" srcId="{8EA46CD1-68F5-4374-801D-F2166F59EC6B}" destId="{108AF8E9-12ED-42B4-98BC-BE2F814259E7}" srcOrd="3" destOrd="0" parTransId="{5EC865A3-DDE0-425C-9B20-5C55D7516AD8}" sibTransId="{ACBD09E5-3E8D-49E9-A58A-E27EE7C51CAA}"/>
    <dgm:cxn modelId="{FBBACFF0-0EE7-42FF-B739-570DBA1A4F02}" type="presOf" srcId="{E4C5E689-B5CC-40F5-A75F-7CD76C1EDDC7}" destId="{C7D9C5B0-76ED-49F4-B280-2277DC26BAC7}" srcOrd="0" destOrd="0" presId="urn:microsoft.com/office/officeart/2008/layout/LinedList"/>
    <dgm:cxn modelId="{9EB3035B-988D-4AFD-B728-546A058DE169}" type="presParOf" srcId="{4491F66B-7533-407F-90C5-243B98FD1642}" destId="{DEED1A12-7259-4463-B06C-3CADD6B1F96D}" srcOrd="0" destOrd="0" presId="urn:microsoft.com/office/officeart/2008/layout/LinedList"/>
    <dgm:cxn modelId="{18052D1D-D95F-488B-A32F-465AEFE17B95}" type="presParOf" srcId="{4491F66B-7533-407F-90C5-243B98FD1642}" destId="{17012F88-C419-431D-898D-247050507AB4}" srcOrd="1" destOrd="0" presId="urn:microsoft.com/office/officeart/2008/layout/LinedList"/>
    <dgm:cxn modelId="{E5CD2596-211F-45B2-B9E0-E7BD57472DAE}" type="presParOf" srcId="{17012F88-C419-431D-898D-247050507AB4}" destId="{5563BFC3-3148-4528-8A8E-4BB50CEAF25F}" srcOrd="0" destOrd="0" presId="urn:microsoft.com/office/officeart/2008/layout/LinedList"/>
    <dgm:cxn modelId="{A37D1A81-F4AE-4CD0-A93F-5FF97EF85C8E}" type="presParOf" srcId="{17012F88-C419-431D-898D-247050507AB4}" destId="{23C10B23-13E8-4DD0-84AC-3B10D060FC65}" srcOrd="1" destOrd="0" presId="urn:microsoft.com/office/officeart/2008/layout/LinedList"/>
    <dgm:cxn modelId="{83677CDF-35A1-4717-B2C9-7DDEFA83AAEB}" type="presParOf" srcId="{4491F66B-7533-407F-90C5-243B98FD1642}" destId="{DB22904C-69E0-4697-BB00-2780A06A563D}" srcOrd="2" destOrd="0" presId="urn:microsoft.com/office/officeart/2008/layout/LinedList"/>
    <dgm:cxn modelId="{7C2B0D54-B5DB-4C8F-8FD8-20F81D6895E6}" type="presParOf" srcId="{4491F66B-7533-407F-90C5-243B98FD1642}" destId="{7A106FD3-3A4C-4F70-ABBF-9DD9B60F2C59}" srcOrd="3" destOrd="0" presId="urn:microsoft.com/office/officeart/2008/layout/LinedList"/>
    <dgm:cxn modelId="{D5EE3A21-A171-4C13-98E1-9837B2E1E43B}" type="presParOf" srcId="{7A106FD3-3A4C-4F70-ABBF-9DD9B60F2C59}" destId="{DC13F5A3-508C-4B5C-B20C-1D6B656872DB}" srcOrd="0" destOrd="0" presId="urn:microsoft.com/office/officeart/2008/layout/LinedList"/>
    <dgm:cxn modelId="{9367A3F3-52CF-4F7B-8616-01D48D99A222}" type="presParOf" srcId="{7A106FD3-3A4C-4F70-ABBF-9DD9B60F2C59}" destId="{82B943D5-EF00-4669-943D-96D7F7901468}" srcOrd="1" destOrd="0" presId="urn:microsoft.com/office/officeart/2008/layout/LinedList"/>
    <dgm:cxn modelId="{44C8B12B-08FE-47A1-B105-1C34C2C9E612}" type="presParOf" srcId="{4491F66B-7533-407F-90C5-243B98FD1642}" destId="{70490322-6649-4842-AF51-C3B3EFC6E95E}" srcOrd="4" destOrd="0" presId="urn:microsoft.com/office/officeart/2008/layout/LinedList"/>
    <dgm:cxn modelId="{88794418-3B80-43FF-A85F-9CAE876D0BED}" type="presParOf" srcId="{4491F66B-7533-407F-90C5-243B98FD1642}" destId="{2E71268A-BD16-4657-A6B8-DE66BF88F7A5}" srcOrd="5" destOrd="0" presId="urn:microsoft.com/office/officeart/2008/layout/LinedList"/>
    <dgm:cxn modelId="{6FAE6CD6-3D36-49F0-A5BF-DBBC48CA0FF9}" type="presParOf" srcId="{2E71268A-BD16-4657-A6B8-DE66BF88F7A5}" destId="{B4F4AB18-9B5A-4388-82CC-4A8A7E585B37}" srcOrd="0" destOrd="0" presId="urn:microsoft.com/office/officeart/2008/layout/LinedList"/>
    <dgm:cxn modelId="{C4F3B7C1-CB57-47AC-BA6A-C4613BAEEF73}" type="presParOf" srcId="{2E71268A-BD16-4657-A6B8-DE66BF88F7A5}" destId="{028AD058-C765-48F3-ADC2-717913A1EB9A}" srcOrd="1" destOrd="0" presId="urn:microsoft.com/office/officeart/2008/layout/LinedList"/>
    <dgm:cxn modelId="{78399EA3-AE28-4E92-90ED-A68F49096804}" type="presParOf" srcId="{4491F66B-7533-407F-90C5-243B98FD1642}" destId="{823B50D0-83DD-4ABD-A2E8-6FE27A878974}" srcOrd="6" destOrd="0" presId="urn:microsoft.com/office/officeart/2008/layout/LinedList"/>
    <dgm:cxn modelId="{868B467D-98C2-4CC1-902D-BF50BCC2D781}" type="presParOf" srcId="{4491F66B-7533-407F-90C5-243B98FD1642}" destId="{3C89CE60-428E-46DB-BF78-84A2216DCB87}" srcOrd="7" destOrd="0" presId="urn:microsoft.com/office/officeart/2008/layout/LinedList"/>
    <dgm:cxn modelId="{EC5A6A55-E852-48E1-916C-9834F5D82D89}" type="presParOf" srcId="{3C89CE60-428E-46DB-BF78-84A2216DCB87}" destId="{FE478574-0148-4EB0-B135-715B8BE67419}" srcOrd="0" destOrd="0" presId="urn:microsoft.com/office/officeart/2008/layout/LinedList"/>
    <dgm:cxn modelId="{00871CA7-0637-485A-9AA1-88F71E4B8DD4}" type="presParOf" srcId="{3C89CE60-428E-46DB-BF78-84A2216DCB87}" destId="{05E735C1-713F-4180-9520-BB4070B10CA7}" srcOrd="1" destOrd="0" presId="urn:microsoft.com/office/officeart/2008/layout/LinedList"/>
    <dgm:cxn modelId="{CB573B2D-69A5-4D5E-9273-3B7ECBD26AE0}" type="presParOf" srcId="{4491F66B-7533-407F-90C5-243B98FD1642}" destId="{8074E948-058F-46CA-AED1-C39AB405079B}" srcOrd="8" destOrd="0" presId="urn:microsoft.com/office/officeart/2008/layout/LinedList"/>
    <dgm:cxn modelId="{EF21C4D8-C74B-477B-8B19-753AB7575E57}" type="presParOf" srcId="{4491F66B-7533-407F-90C5-243B98FD1642}" destId="{6CC321CF-6A61-4787-89A4-D177C65DB568}" srcOrd="9" destOrd="0" presId="urn:microsoft.com/office/officeart/2008/layout/LinedList"/>
    <dgm:cxn modelId="{E80E7ADE-32E5-461C-B2C1-FE494CBFEDD5}" type="presParOf" srcId="{6CC321CF-6A61-4787-89A4-D177C65DB568}" destId="{660A015E-C121-49AA-A0BA-5D1EAD4B13AF}" srcOrd="0" destOrd="0" presId="urn:microsoft.com/office/officeart/2008/layout/LinedList"/>
    <dgm:cxn modelId="{C7DFFAE2-6C7D-4B77-A343-D64EB4D4B465}" type="presParOf" srcId="{6CC321CF-6A61-4787-89A4-D177C65DB568}" destId="{5E90B94C-E922-46FD-8168-D30F1347646C}" srcOrd="1" destOrd="0" presId="urn:microsoft.com/office/officeart/2008/layout/LinedList"/>
    <dgm:cxn modelId="{211416D2-B7F0-4A49-888A-6867B18FE91C}" type="presParOf" srcId="{4491F66B-7533-407F-90C5-243B98FD1642}" destId="{5A90A49F-575D-41D8-BD94-3D87E2A1640F}" srcOrd="10" destOrd="0" presId="urn:microsoft.com/office/officeart/2008/layout/LinedList"/>
    <dgm:cxn modelId="{035A9342-AF16-4FDE-ADBD-48C3BC106A46}" type="presParOf" srcId="{4491F66B-7533-407F-90C5-243B98FD1642}" destId="{22A66096-A7B0-4655-90FA-84193C34D71A}" srcOrd="11" destOrd="0" presId="urn:microsoft.com/office/officeart/2008/layout/LinedList"/>
    <dgm:cxn modelId="{AAB30324-D0B2-4B35-8BE9-03731D284615}" type="presParOf" srcId="{22A66096-A7B0-4655-90FA-84193C34D71A}" destId="{D0E209B5-75C2-4696-AE0B-2B061B136690}" srcOrd="0" destOrd="0" presId="urn:microsoft.com/office/officeart/2008/layout/LinedList"/>
    <dgm:cxn modelId="{BA5CC585-15CC-4E05-A63F-362BDE3805E9}" type="presParOf" srcId="{22A66096-A7B0-4655-90FA-84193C34D71A}" destId="{64A718AC-B5EB-48CB-8F03-83E82CFF5A8C}" srcOrd="1" destOrd="0" presId="urn:microsoft.com/office/officeart/2008/layout/LinedList"/>
    <dgm:cxn modelId="{2BC7C051-EAC8-47FD-B0B2-25C2E343053E}" type="presParOf" srcId="{4491F66B-7533-407F-90C5-243B98FD1642}" destId="{4E5AD04F-E08B-4EAF-9031-DEDC3B25F549}" srcOrd="12" destOrd="0" presId="urn:microsoft.com/office/officeart/2008/layout/LinedList"/>
    <dgm:cxn modelId="{F07B4003-04B0-49A2-ACF9-32BE5EB9B54A}" type="presParOf" srcId="{4491F66B-7533-407F-90C5-243B98FD1642}" destId="{FF69720F-073D-49BF-8366-AB98FC9DCF81}" srcOrd="13" destOrd="0" presId="urn:microsoft.com/office/officeart/2008/layout/LinedList"/>
    <dgm:cxn modelId="{805AD2F5-2A35-49E8-9E98-1492A28C6DB4}" type="presParOf" srcId="{FF69720F-073D-49BF-8366-AB98FC9DCF81}" destId="{0515D561-AC99-4198-B64C-F3338430AEE5}" srcOrd="0" destOrd="0" presId="urn:microsoft.com/office/officeart/2008/layout/LinedList"/>
    <dgm:cxn modelId="{E4E36F40-2280-4C83-B628-8E01CB4E7B55}" type="presParOf" srcId="{FF69720F-073D-49BF-8366-AB98FC9DCF81}" destId="{199BBEE8-854B-4F5B-B1DF-546893A9918A}" srcOrd="1" destOrd="0" presId="urn:microsoft.com/office/officeart/2008/layout/LinedList"/>
    <dgm:cxn modelId="{C2275E98-4A95-445E-B270-F29152460D02}" type="presParOf" srcId="{4491F66B-7533-407F-90C5-243B98FD1642}" destId="{76730BAD-3648-4D14-BC56-032AF9F01B6F}" srcOrd="14" destOrd="0" presId="urn:microsoft.com/office/officeart/2008/layout/LinedList"/>
    <dgm:cxn modelId="{090628BD-D1CE-4EB9-9822-E29B43A275F0}" type="presParOf" srcId="{4491F66B-7533-407F-90C5-243B98FD1642}" destId="{A1A2E536-A502-440C-9550-EC8934F5F94B}" srcOrd="15" destOrd="0" presId="urn:microsoft.com/office/officeart/2008/layout/LinedList"/>
    <dgm:cxn modelId="{7FA1E37E-03BC-4009-BE9F-44AD1CB0CF16}" type="presParOf" srcId="{A1A2E536-A502-440C-9550-EC8934F5F94B}" destId="{C7D9C5B0-76ED-49F4-B280-2277DC26BAC7}" srcOrd="0" destOrd="0" presId="urn:microsoft.com/office/officeart/2008/layout/LinedList"/>
    <dgm:cxn modelId="{9011F455-4DBF-4541-99AE-3A03DA027D6D}" type="presParOf" srcId="{A1A2E536-A502-440C-9550-EC8934F5F94B}" destId="{E97B28EA-D651-4884-AB97-E73CEC2E92B8}" srcOrd="1" destOrd="0" presId="urn:microsoft.com/office/officeart/2008/layout/LinedList"/>
    <dgm:cxn modelId="{05A11D08-0ABD-4708-B539-588186988B29}" type="presParOf" srcId="{4491F66B-7533-407F-90C5-243B98FD1642}" destId="{31539363-2883-4676-87C1-0E5DB0B366CE}" srcOrd="16" destOrd="0" presId="urn:microsoft.com/office/officeart/2008/layout/LinedList"/>
    <dgm:cxn modelId="{E8455239-F598-4386-9DE7-9A5C246022A9}" type="presParOf" srcId="{4491F66B-7533-407F-90C5-243B98FD1642}" destId="{80716D54-758C-47A7-B691-04BF1E85C6E9}" srcOrd="17" destOrd="0" presId="urn:microsoft.com/office/officeart/2008/layout/LinedList"/>
    <dgm:cxn modelId="{1B2DAACD-0953-4318-8EBE-826E4BB33929}" type="presParOf" srcId="{80716D54-758C-47A7-B691-04BF1E85C6E9}" destId="{94072A44-2746-4DA7-817F-F9E0EED6C8DA}" srcOrd="0" destOrd="0" presId="urn:microsoft.com/office/officeart/2008/layout/LinedList"/>
    <dgm:cxn modelId="{4BA441D0-4927-48E8-8ADB-7F64CE9DBD44}" type="presParOf" srcId="{80716D54-758C-47A7-B691-04BF1E85C6E9}" destId="{D119F674-7854-47A6-9280-11CAB046F479}" srcOrd="1" destOrd="0" presId="urn:microsoft.com/office/officeart/2008/layout/LinedList"/>
    <dgm:cxn modelId="{1CE48CFB-C516-45A8-80A1-289EC0343119}" type="presParOf" srcId="{4491F66B-7533-407F-90C5-243B98FD1642}" destId="{E0618C65-AD6D-4F99-A68A-360A91C4C2F2}" srcOrd="18" destOrd="0" presId="urn:microsoft.com/office/officeart/2008/layout/LinedList"/>
    <dgm:cxn modelId="{523C0871-54A3-4074-826E-E966B72D01A3}" type="presParOf" srcId="{4491F66B-7533-407F-90C5-243B98FD1642}" destId="{EA97F382-B4F8-4D57-8B88-77FB67218CF3}" srcOrd="19" destOrd="0" presId="urn:microsoft.com/office/officeart/2008/layout/LinedList"/>
    <dgm:cxn modelId="{CA9026A6-3BE3-4D3A-BCCC-EBE0235BE023}" type="presParOf" srcId="{EA97F382-B4F8-4D57-8B88-77FB67218CF3}" destId="{661539A5-DE97-4BE8-9271-AF922932DD01}" srcOrd="0" destOrd="0" presId="urn:microsoft.com/office/officeart/2008/layout/LinedList"/>
    <dgm:cxn modelId="{B6A13BB9-E88F-4D56-A42E-E462AB2CD46E}" type="presParOf" srcId="{EA97F382-B4F8-4D57-8B88-77FB67218CF3}" destId="{756F8363-B309-4894-9287-BFFD31BB9CB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ED1A12-7259-4463-B06C-3CADD6B1F96D}">
      <dsp:nvSpPr>
        <dsp:cNvPr id="0" name=""/>
        <dsp:cNvSpPr/>
      </dsp:nvSpPr>
      <dsp:spPr>
        <a:xfrm>
          <a:off x="0" y="2289"/>
          <a:ext cx="643371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63BFC3-3148-4528-8A8E-4BB50CEAF25F}">
      <dsp:nvSpPr>
        <dsp:cNvPr id="0" name=""/>
        <dsp:cNvSpPr/>
      </dsp:nvSpPr>
      <dsp:spPr>
        <a:xfrm>
          <a:off x="0" y="2289"/>
          <a:ext cx="6433719" cy="780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600" b="1" i="0" kern="1200"/>
            <a:t>Follow Integration Patterns: </a:t>
          </a:r>
          <a:r>
            <a:rPr lang="en-CA" sz="1600" b="0" i="0" kern="1200"/>
            <a:t>Use standardized, reusable components for batch, API, and streaming data flows.</a:t>
          </a:r>
          <a:endParaRPr lang="en-CA" sz="1600" kern="1200"/>
        </a:p>
      </dsp:txBody>
      <dsp:txXfrm>
        <a:off x="0" y="2289"/>
        <a:ext cx="6433719" cy="780834"/>
      </dsp:txXfrm>
    </dsp:sp>
    <dsp:sp modelId="{8F0942D5-0B94-4426-A8F1-56C3EBF69010}">
      <dsp:nvSpPr>
        <dsp:cNvPr id="0" name=""/>
        <dsp:cNvSpPr/>
      </dsp:nvSpPr>
      <dsp:spPr>
        <a:xfrm>
          <a:off x="0" y="783124"/>
          <a:ext cx="643371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E27DF-8EC6-4409-B37E-445B632716F5}">
      <dsp:nvSpPr>
        <dsp:cNvPr id="0" name=""/>
        <dsp:cNvSpPr/>
      </dsp:nvSpPr>
      <dsp:spPr>
        <a:xfrm>
          <a:off x="0" y="783124"/>
          <a:ext cx="6433719" cy="780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b="1" i="0" kern="1200"/>
            <a:t>Hub-and-Spoke Execution Model: </a:t>
          </a:r>
          <a:r>
            <a:rPr lang="en-CA" sz="1600" b="0" i="0" kern="1200"/>
            <a:t>Central teams provide shared tools and patterns, while Tech business units build and run their own pipelines.</a:t>
          </a:r>
        </a:p>
      </dsp:txBody>
      <dsp:txXfrm>
        <a:off x="0" y="783124"/>
        <a:ext cx="6433719" cy="780834"/>
      </dsp:txXfrm>
    </dsp:sp>
    <dsp:sp modelId="{D84B4C7F-0E39-4E42-8E4D-366C957445AD}">
      <dsp:nvSpPr>
        <dsp:cNvPr id="0" name=""/>
        <dsp:cNvSpPr/>
      </dsp:nvSpPr>
      <dsp:spPr>
        <a:xfrm>
          <a:off x="0" y="1563958"/>
          <a:ext cx="643371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697200-2670-4117-BB9C-F6834029A219}">
      <dsp:nvSpPr>
        <dsp:cNvPr id="0" name=""/>
        <dsp:cNvSpPr/>
      </dsp:nvSpPr>
      <dsp:spPr>
        <a:xfrm>
          <a:off x="0" y="1563958"/>
          <a:ext cx="6433719" cy="780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b="1" i="0" kern="1200"/>
            <a:t>Policy-as-Code Enforcement: </a:t>
          </a:r>
          <a:r>
            <a:rPr lang="en-CA" sz="1600" b="0" i="0" kern="1200"/>
            <a:t>Define and enforce data access, quality, and routing rules as code embedded in pipelines.</a:t>
          </a:r>
        </a:p>
      </dsp:txBody>
      <dsp:txXfrm>
        <a:off x="0" y="1563958"/>
        <a:ext cx="6433719" cy="780834"/>
      </dsp:txXfrm>
    </dsp:sp>
    <dsp:sp modelId="{8E69E522-3C82-4DF3-8433-B6756846FBF4}">
      <dsp:nvSpPr>
        <dsp:cNvPr id="0" name=""/>
        <dsp:cNvSpPr/>
      </dsp:nvSpPr>
      <dsp:spPr>
        <a:xfrm>
          <a:off x="0" y="2344793"/>
          <a:ext cx="643371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CE97BD-60BC-4C03-900E-5B301FF785C8}">
      <dsp:nvSpPr>
        <dsp:cNvPr id="0" name=""/>
        <dsp:cNvSpPr/>
      </dsp:nvSpPr>
      <dsp:spPr>
        <a:xfrm>
          <a:off x="0" y="2344793"/>
          <a:ext cx="6433719" cy="780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b="1" i="0" kern="1200"/>
            <a:t>Resiliency and Observability: </a:t>
          </a:r>
          <a:r>
            <a:rPr lang="en-CA" sz="1600" b="0" i="0" kern="1200"/>
            <a:t>Design pipelines with built-in error handling, monitoring, and alerting to ensure reliability.</a:t>
          </a:r>
        </a:p>
      </dsp:txBody>
      <dsp:txXfrm>
        <a:off x="0" y="2344793"/>
        <a:ext cx="6433719" cy="780834"/>
      </dsp:txXfrm>
    </dsp:sp>
    <dsp:sp modelId="{50306D8F-64DC-4151-BF7A-A79CFA6A23C8}">
      <dsp:nvSpPr>
        <dsp:cNvPr id="0" name=""/>
        <dsp:cNvSpPr/>
      </dsp:nvSpPr>
      <dsp:spPr>
        <a:xfrm>
          <a:off x="0" y="3125627"/>
          <a:ext cx="643371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C230D5-1240-461B-8C14-39DFE3B37D1D}">
      <dsp:nvSpPr>
        <dsp:cNvPr id="0" name=""/>
        <dsp:cNvSpPr/>
      </dsp:nvSpPr>
      <dsp:spPr>
        <a:xfrm>
          <a:off x="0" y="3125627"/>
          <a:ext cx="6433719" cy="780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b="1" i="0" kern="1200"/>
            <a:t>Timely Data Availability by Design</a:t>
          </a:r>
          <a:r>
            <a:rPr lang="en-CA" sz="1600" b="0" i="0" kern="1200"/>
            <a:t>: Choose batch, near real-time, or streaming based on business need. Prioritize real-time and event-driven patterns when latency impacts decisions or operations.</a:t>
          </a:r>
        </a:p>
      </dsp:txBody>
      <dsp:txXfrm>
        <a:off x="0" y="3125627"/>
        <a:ext cx="6433719" cy="780834"/>
      </dsp:txXfrm>
    </dsp:sp>
    <dsp:sp modelId="{2F8EF65E-8ED2-44EB-88AF-D86A255E9B24}">
      <dsp:nvSpPr>
        <dsp:cNvPr id="0" name=""/>
        <dsp:cNvSpPr/>
      </dsp:nvSpPr>
      <dsp:spPr>
        <a:xfrm>
          <a:off x="0" y="3906461"/>
          <a:ext cx="643371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125828-336A-42C6-9E44-E9324777B521}">
      <dsp:nvSpPr>
        <dsp:cNvPr id="0" name=""/>
        <dsp:cNvSpPr/>
      </dsp:nvSpPr>
      <dsp:spPr>
        <a:xfrm>
          <a:off x="0" y="3906461"/>
          <a:ext cx="6433719" cy="780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600" b="1" i="0" kern="1200"/>
            <a:t>Version your interfaces.</a:t>
          </a:r>
          <a:r>
            <a:rPr lang="en-CA" sz="1600" b="0" i="0" kern="1200"/>
            <a:t> Changes to payloads or schemas are versioned and communicated; breaking changes include a migration plan.</a:t>
          </a:r>
          <a:endParaRPr lang="en-CA" sz="1600" b="1" i="0" kern="1200"/>
        </a:p>
      </dsp:txBody>
      <dsp:txXfrm>
        <a:off x="0" y="3906461"/>
        <a:ext cx="6433719" cy="7808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ED1A12-7259-4463-B06C-3CADD6B1F96D}">
      <dsp:nvSpPr>
        <dsp:cNvPr id="0" name=""/>
        <dsp:cNvSpPr/>
      </dsp:nvSpPr>
      <dsp:spPr>
        <a:xfrm>
          <a:off x="0" y="623"/>
          <a:ext cx="719571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63BFC3-3148-4528-8A8E-4BB50CEAF25F}">
      <dsp:nvSpPr>
        <dsp:cNvPr id="0" name=""/>
        <dsp:cNvSpPr/>
      </dsp:nvSpPr>
      <dsp:spPr>
        <a:xfrm>
          <a:off x="0" y="87622"/>
          <a:ext cx="7195719" cy="567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200" b="1" i="0" kern="1200"/>
            <a:t>Standardised Architecture Blueprints: </a:t>
          </a:r>
          <a:r>
            <a:rPr lang="en-CA" sz="1200" b="0" i="0" kern="1200"/>
            <a:t>Use consistent platform and solution data architecture designs to ensure scalability, security, and reuse.</a:t>
          </a:r>
          <a:endParaRPr lang="en-CA" sz="1200" kern="1200"/>
        </a:p>
      </dsp:txBody>
      <dsp:txXfrm>
        <a:off x="0" y="87622"/>
        <a:ext cx="7195719" cy="567211"/>
      </dsp:txXfrm>
    </dsp:sp>
    <dsp:sp modelId="{9D1F4FED-8A70-4983-8FB3-841E25A49273}">
      <dsp:nvSpPr>
        <dsp:cNvPr id="0" name=""/>
        <dsp:cNvSpPr/>
      </dsp:nvSpPr>
      <dsp:spPr>
        <a:xfrm>
          <a:off x="0" y="567835"/>
          <a:ext cx="719571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6256B-1FD6-413E-94B0-4AD2F72B5114}">
      <dsp:nvSpPr>
        <dsp:cNvPr id="0" name=""/>
        <dsp:cNvSpPr/>
      </dsp:nvSpPr>
      <dsp:spPr>
        <a:xfrm>
          <a:off x="0" y="567835"/>
          <a:ext cx="7195719" cy="567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200" b="1" i="0" kern="1200"/>
            <a:t>Domain-Based Modelling: </a:t>
          </a:r>
          <a:r>
            <a:rPr lang="en-CA" sz="1200" b="0" i="0" kern="1200"/>
            <a:t>Structure data using shared and common conceptual reference domain models to support consistency and interoperability.</a:t>
          </a:r>
        </a:p>
      </dsp:txBody>
      <dsp:txXfrm>
        <a:off x="0" y="567835"/>
        <a:ext cx="7195719" cy="567211"/>
      </dsp:txXfrm>
    </dsp:sp>
    <dsp:sp modelId="{FE747D9F-D171-44FD-997B-1AFC8C3EC6B6}">
      <dsp:nvSpPr>
        <dsp:cNvPr id="0" name=""/>
        <dsp:cNvSpPr/>
      </dsp:nvSpPr>
      <dsp:spPr>
        <a:xfrm>
          <a:off x="0" y="1135047"/>
          <a:ext cx="719571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E076A2-525B-4861-A2FC-EC3444BC5C09}">
      <dsp:nvSpPr>
        <dsp:cNvPr id="0" name=""/>
        <dsp:cNvSpPr/>
      </dsp:nvSpPr>
      <dsp:spPr>
        <a:xfrm>
          <a:off x="0" y="1135047"/>
          <a:ext cx="7195719" cy="567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200" b="1" i="0" kern="1200"/>
            <a:t>Tiered Storage Design: </a:t>
          </a:r>
          <a:r>
            <a:rPr lang="en-CA" sz="1200" b="0" i="0" kern="1200"/>
            <a:t>Store data in ODS and CDP ingestion (raw), enrichment (curated), and publication (trusted) zones with clear lifecycle and access policies.</a:t>
          </a:r>
        </a:p>
      </dsp:txBody>
      <dsp:txXfrm>
        <a:off x="0" y="1135047"/>
        <a:ext cx="7195719" cy="567211"/>
      </dsp:txXfrm>
    </dsp:sp>
    <dsp:sp modelId="{03FB0312-4FFB-4C41-9AC6-AD669709D31F}">
      <dsp:nvSpPr>
        <dsp:cNvPr id="0" name=""/>
        <dsp:cNvSpPr/>
      </dsp:nvSpPr>
      <dsp:spPr>
        <a:xfrm>
          <a:off x="0" y="1702259"/>
          <a:ext cx="719571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8F47A6-F499-421D-B69C-1F3C051DD7F9}">
      <dsp:nvSpPr>
        <dsp:cNvPr id="0" name=""/>
        <dsp:cNvSpPr/>
      </dsp:nvSpPr>
      <dsp:spPr>
        <a:xfrm>
          <a:off x="0" y="1702259"/>
          <a:ext cx="7195719" cy="567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200" b="1" i="0" kern="1200">
              <a:highlight>
                <a:srgbClr val="FFFF00"/>
              </a:highlight>
            </a:rPr>
            <a:t>Operational and Analytical Separation: </a:t>
          </a:r>
          <a:r>
            <a:rPr lang="en-CA" sz="1200" b="0" i="0" kern="1200">
              <a:highlight>
                <a:srgbClr val="FFFF00"/>
              </a:highlight>
            </a:rPr>
            <a:t>Use BU-level ODS for intraday operational needs; use Enterprise Data Lake (CDP) for cross-BU data integration, consolidation, and analytics.</a:t>
          </a:r>
        </a:p>
      </dsp:txBody>
      <dsp:txXfrm>
        <a:off x="0" y="1702259"/>
        <a:ext cx="7195719" cy="567211"/>
      </dsp:txXfrm>
    </dsp:sp>
    <dsp:sp modelId="{A4BCA946-190C-4A96-8EED-14339716ADAB}">
      <dsp:nvSpPr>
        <dsp:cNvPr id="0" name=""/>
        <dsp:cNvSpPr/>
      </dsp:nvSpPr>
      <dsp:spPr>
        <a:xfrm>
          <a:off x="0" y="2269471"/>
          <a:ext cx="719571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70E523-AD62-4EE2-B0F6-973C1BDD39F9}">
      <dsp:nvSpPr>
        <dsp:cNvPr id="0" name=""/>
        <dsp:cNvSpPr/>
      </dsp:nvSpPr>
      <dsp:spPr>
        <a:xfrm>
          <a:off x="0" y="2269471"/>
          <a:ext cx="7195719" cy="567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200" b="1" i="0" kern="1200"/>
            <a:t>Data Replication to CDP</a:t>
          </a:r>
          <a:r>
            <a:rPr lang="en-CA" sz="1200" b="0" i="0" kern="1200"/>
            <a:t>: All BOR, derived data and mastered data must be replicated to the CDP using secure, automated, and auditable processes.</a:t>
          </a:r>
        </a:p>
      </dsp:txBody>
      <dsp:txXfrm>
        <a:off x="0" y="2269471"/>
        <a:ext cx="7195719" cy="567211"/>
      </dsp:txXfrm>
    </dsp:sp>
    <dsp:sp modelId="{AC7EF5ED-F88C-4D98-B711-EF4958CAB5C9}">
      <dsp:nvSpPr>
        <dsp:cNvPr id="0" name=""/>
        <dsp:cNvSpPr/>
      </dsp:nvSpPr>
      <dsp:spPr>
        <a:xfrm>
          <a:off x="0" y="2836682"/>
          <a:ext cx="719571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E24C3-0E16-4AE1-BBD2-0BFF050F7766}">
      <dsp:nvSpPr>
        <dsp:cNvPr id="0" name=""/>
        <dsp:cNvSpPr/>
      </dsp:nvSpPr>
      <dsp:spPr>
        <a:xfrm>
          <a:off x="0" y="2836682"/>
          <a:ext cx="7195719" cy="567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/>
            <a:t>CDP as Primary Analytical Platform</a:t>
          </a:r>
          <a:r>
            <a:rPr lang="en-CA" sz="1200" kern="1200"/>
            <a:t>: CDP should be the primary data warehousing and analytical platform across Canada Life. All on-prem and legacy data marts and warehouses must be migrated to CDP.</a:t>
          </a:r>
          <a:endParaRPr lang="en-CA" sz="1200" b="0" i="0" kern="1200"/>
        </a:p>
      </dsp:txBody>
      <dsp:txXfrm>
        <a:off x="0" y="2836682"/>
        <a:ext cx="7195719" cy="567211"/>
      </dsp:txXfrm>
    </dsp:sp>
    <dsp:sp modelId="{B86B89B8-5332-4C38-85BC-9D9420395C8B}">
      <dsp:nvSpPr>
        <dsp:cNvPr id="0" name=""/>
        <dsp:cNvSpPr/>
      </dsp:nvSpPr>
      <dsp:spPr>
        <a:xfrm>
          <a:off x="0" y="3403894"/>
          <a:ext cx="719571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1E76A-F4CA-4B05-94D2-3CD348C0DCCD}">
      <dsp:nvSpPr>
        <dsp:cNvPr id="0" name=""/>
        <dsp:cNvSpPr/>
      </dsp:nvSpPr>
      <dsp:spPr>
        <a:xfrm>
          <a:off x="0" y="3403894"/>
          <a:ext cx="7195719" cy="567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i="0" kern="1200"/>
            <a:t>Quality by design.</a:t>
          </a:r>
          <a:r>
            <a:rPr lang="en-CA" sz="1200" b="0" i="0" kern="1200"/>
            <a:t> Validate accuracy, completeness, and timeliness at each step - don’t wait until the end.</a:t>
          </a:r>
          <a:endParaRPr lang="en-CA" sz="1200" kern="1200"/>
        </a:p>
      </dsp:txBody>
      <dsp:txXfrm>
        <a:off x="0" y="3403894"/>
        <a:ext cx="7195719" cy="567211"/>
      </dsp:txXfrm>
    </dsp:sp>
    <dsp:sp modelId="{FFB211C3-A691-4A01-B060-033C01C1D1C2}">
      <dsp:nvSpPr>
        <dsp:cNvPr id="0" name=""/>
        <dsp:cNvSpPr/>
      </dsp:nvSpPr>
      <dsp:spPr>
        <a:xfrm>
          <a:off x="0" y="3971106"/>
          <a:ext cx="719571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639768-71CD-4AE6-A804-1CEED9EEED23}">
      <dsp:nvSpPr>
        <dsp:cNvPr id="0" name=""/>
        <dsp:cNvSpPr/>
      </dsp:nvSpPr>
      <dsp:spPr>
        <a:xfrm>
          <a:off x="0" y="3971106"/>
          <a:ext cx="7195719" cy="567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200" b="1" i="0" kern="1200"/>
            <a:t>Automate. </a:t>
          </a:r>
          <a:r>
            <a:rPr lang="en-CA" sz="1200" b="0" i="0" kern="1200"/>
            <a:t>Use CI/CD to build, test, and release pipelines like software.</a:t>
          </a:r>
          <a:endParaRPr lang="en-CA" sz="1200" b="1" i="0" kern="1200"/>
        </a:p>
      </dsp:txBody>
      <dsp:txXfrm>
        <a:off x="0" y="3971106"/>
        <a:ext cx="7195719" cy="567211"/>
      </dsp:txXfrm>
    </dsp:sp>
    <dsp:sp modelId="{27507003-BF8E-4482-BB3B-D7EF1FC66BB8}">
      <dsp:nvSpPr>
        <dsp:cNvPr id="0" name=""/>
        <dsp:cNvSpPr/>
      </dsp:nvSpPr>
      <dsp:spPr>
        <a:xfrm>
          <a:off x="0" y="4538318"/>
          <a:ext cx="719571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E1E8C2-6EDE-444A-A6C9-A1DC9BCFBA63}">
      <dsp:nvSpPr>
        <dsp:cNvPr id="0" name=""/>
        <dsp:cNvSpPr/>
      </dsp:nvSpPr>
      <dsp:spPr>
        <a:xfrm>
          <a:off x="0" y="4538318"/>
          <a:ext cx="7195719" cy="567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200" b="1" i="0" kern="1200"/>
            <a:t>Automation of testing</a:t>
          </a:r>
          <a:r>
            <a:rPr lang="en-CA" sz="1200" b="0" i="0" kern="1200"/>
            <a:t>: Generate synthetic and masked test data through AI enabled test data management tools and services.</a:t>
          </a:r>
          <a:endParaRPr lang="en-CA" sz="1200" b="1" i="0" kern="1200"/>
        </a:p>
      </dsp:txBody>
      <dsp:txXfrm>
        <a:off x="0" y="4538318"/>
        <a:ext cx="7195719" cy="5672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C04351-09D3-427B-866B-21993BBBD390}">
      <dsp:nvSpPr>
        <dsp:cNvPr id="0" name=""/>
        <dsp:cNvSpPr/>
      </dsp:nvSpPr>
      <dsp:spPr>
        <a:xfrm>
          <a:off x="0" y="666"/>
          <a:ext cx="764414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22327-DE3E-4C64-A9CE-3AF1A196ACC1}">
      <dsp:nvSpPr>
        <dsp:cNvPr id="0" name=""/>
        <dsp:cNvSpPr/>
      </dsp:nvSpPr>
      <dsp:spPr>
        <a:xfrm>
          <a:off x="0" y="666"/>
          <a:ext cx="7644145" cy="606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200" b="1" i="0" kern="1200"/>
            <a:t>Authoritative sources</a:t>
          </a:r>
          <a:r>
            <a:rPr lang="en-CA" sz="1200" b="0" i="0" kern="1200"/>
            <a:t>: </a:t>
          </a:r>
          <a:r>
            <a:rPr lang="en-CA" sz="1200" kern="1200"/>
            <a:t>Assign a single system of record for each critical data element (CDE) or entity. Book of Record (</a:t>
          </a:r>
          <a:r>
            <a:rPr lang="en-CA" sz="1200" kern="1200" err="1"/>
            <a:t>BoR</a:t>
          </a:r>
          <a:r>
            <a:rPr lang="en-CA" sz="1200" kern="1200"/>
            <a:t>) is always the first point of data lineage. Data marts, Data Lake, and ODS cannot be treated as </a:t>
          </a:r>
          <a:r>
            <a:rPr lang="en-CA" sz="1200" kern="1200" err="1"/>
            <a:t>BoR</a:t>
          </a:r>
          <a:r>
            <a:rPr lang="en-CA" sz="1200" kern="1200"/>
            <a:t> but can be certified as Derived Records. Mastered Records are governed in MDM.</a:t>
          </a:r>
          <a:endParaRPr lang="en-CA" sz="1200" b="0" i="0" kern="1200"/>
        </a:p>
      </dsp:txBody>
      <dsp:txXfrm>
        <a:off x="0" y="666"/>
        <a:ext cx="7644145" cy="606830"/>
      </dsp:txXfrm>
    </dsp:sp>
    <dsp:sp modelId="{EB099DBB-1CBD-4405-98A0-77F913CC4DB7}">
      <dsp:nvSpPr>
        <dsp:cNvPr id="0" name=""/>
        <dsp:cNvSpPr/>
      </dsp:nvSpPr>
      <dsp:spPr>
        <a:xfrm>
          <a:off x="0" y="607497"/>
          <a:ext cx="764414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6063DE-D5B1-44AE-B2BB-1CC6EAA52A21}">
      <dsp:nvSpPr>
        <dsp:cNvPr id="0" name=""/>
        <dsp:cNvSpPr/>
      </dsp:nvSpPr>
      <dsp:spPr>
        <a:xfrm>
          <a:off x="0" y="607497"/>
          <a:ext cx="7644145" cy="606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200" b="1" i="0" kern="1200"/>
            <a:t>Mastered data sources</a:t>
          </a:r>
          <a:r>
            <a:rPr lang="en-CA" sz="1200" b="0" i="0" kern="1200"/>
            <a:t>: Governed MDM hubs for Customers, Advisors, and Products. Federated stewardship for Clients and Prospects.</a:t>
          </a:r>
        </a:p>
      </dsp:txBody>
      <dsp:txXfrm>
        <a:off x="0" y="607497"/>
        <a:ext cx="7644145" cy="606830"/>
      </dsp:txXfrm>
    </dsp:sp>
    <dsp:sp modelId="{F84B5CB2-1A0B-43F9-B78F-B52FB010EDA6}">
      <dsp:nvSpPr>
        <dsp:cNvPr id="0" name=""/>
        <dsp:cNvSpPr/>
      </dsp:nvSpPr>
      <dsp:spPr>
        <a:xfrm>
          <a:off x="0" y="1214327"/>
          <a:ext cx="764414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ABD392-2011-4E87-9570-56489FAC5A51}">
      <dsp:nvSpPr>
        <dsp:cNvPr id="0" name=""/>
        <dsp:cNvSpPr/>
      </dsp:nvSpPr>
      <dsp:spPr>
        <a:xfrm>
          <a:off x="0" y="1214327"/>
          <a:ext cx="7644145" cy="606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200" b="1" i="0" kern="1200"/>
            <a:t>ODS is operational *, CDP is analytical *.</a:t>
          </a:r>
          <a:r>
            <a:rPr lang="en-CA" sz="1200" b="0" i="0" kern="1200"/>
            <a:t> ODS serves intraday and daily operational reporting in a BU; CDP (the </a:t>
          </a:r>
          <a:r>
            <a:rPr lang="en-CA" sz="1200" b="0" i="0" kern="1200" err="1"/>
            <a:t>lakehouse</a:t>
          </a:r>
          <a:r>
            <a:rPr lang="en-CA" sz="1200" b="0" i="0" kern="1200"/>
            <a:t>) serves cross‑BU analytics and sharing.</a:t>
          </a:r>
        </a:p>
      </dsp:txBody>
      <dsp:txXfrm>
        <a:off x="0" y="1214327"/>
        <a:ext cx="7644145" cy="606830"/>
      </dsp:txXfrm>
    </dsp:sp>
    <dsp:sp modelId="{7DF7AE7C-10DE-4E1A-93BA-2481046410A7}">
      <dsp:nvSpPr>
        <dsp:cNvPr id="0" name=""/>
        <dsp:cNvSpPr/>
      </dsp:nvSpPr>
      <dsp:spPr>
        <a:xfrm>
          <a:off x="0" y="1821158"/>
          <a:ext cx="764414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4B23E6-6EA8-4CBF-B6C8-E456A7B1C4FC}">
      <dsp:nvSpPr>
        <dsp:cNvPr id="0" name=""/>
        <dsp:cNvSpPr/>
      </dsp:nvSpPr>
      <dsp:spPr>
        <a:xfrm>
          <a:off x="0" y="1821158"/>
          <a:ext cx="7644145" cy="606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200" b="1" i="0" kern="1200"/>
            <a:t>Master once, use many.</a:t>
          </a:r>
          <a:r>
            <a:rPr lang="en-CA" sz="1200" b="0" i="0" kern="1200"/>
            <a:t> MDM holds the golden records (Customer, Advisor, Product) with clear stewardship and match rules.</a:t>
          </a:r>
          <a:endParaRPr lang="en-CA" sz="1200" b="1" i="0" kern="1200"/>
        </a:p>
      </dsp:txBody>
      <dsp:txXfrm>
        <a:off x="0" y="1821158"/>
        <a:ext cx="7644145" cy="606830"/>
      </dsp:txXfrm>
    </dsp:sp>
    <dsp:sp modelId="{2D50C68F-D2C3-4A48-8B68-CD9F9055E265}">
      <dsp:nvSpPr>
        <dsp:cNvPr id="0" name=""/>
        <dsp:cNvSpPr/>
      </dsp:nvSpPr>
      <dsp:spPr>
        <a:xfrm>
          <a:off x="0" y="2427988"/>
          <a:ext cx="764414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EB2475-61F2-4CC2-9F48-BC7B59D014E9}">
      <dsp:nvSpPr>
        <dsp:cNvPr id="0" name=""/>
        <dsp:cNvSpPr/>
      </dsp:nvSpPr>
      <dsp:spPr>
        <a:xfrm>
          <a:off x="0" y="2427988"/>
          <a:ext cx="7644145" cy="606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200" b="1" i="0" kern="1200"/>
            <a:t>Graph adds context.</a:t>
          </a:r>
          <a:r>
            <a:rPr lang="en-CA" sz="1200" b="0" i="0" kern="1200"/>
            <a:t> Use knowledge graphs for relationships, rules, and institutional knowledge you need for reasoning and explainability.</a:t>
          </a:r>
          <a:endParaRPr lang="en-CA" sz="1200" b="1" i="0" kern="1200"/>
        </a:p>
      </dsp:txBody>
      <dsp:txXfrm>
        <a:off x="0" y="2427988"/>
        <a:ext cx="7644145" cy="606830"/>
      </dsp:txXfrm>
    </dsp:sp>
    <dsp:sp modelId="{17B81447-A38A-4B16-BCF0-672FC92B4C8D}">
      <dsp:nvSpPr>
        <dsp:cNvPr id="0" name=""/>
        <dsp:cNvSpPr/>
      </dsp:nvSpPr>
      <dsp:spPr>
        <a:xfrm>
          <a:off x="0" y="3034819"/>
          <a:ext cx="764414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434334-22A7-4725-8DB7-E2E29BCEC992}">
      <dsp:nvSpPr>
        <dsp:cNvPr id="0" name=""/>
        <dsp:cNvSpPr/>
      </dsp:nvSpPr>
      <dsp:spPr>
        <a:xfrm>
          <a:off x="0" y="3034819"/>
          <a:ext cx="7644145" cy="606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200" b="1" i="0" kern="1200"/>
            <a:t>Vectors power retrieval.</a:t>
          </a:r>
          <a:r>
            <a:rPr lang="en-CA" sz="1200" b="0" i="0" kern="1200"/>
            <a:t> Keep embeddings in domain partitions with access controls; use them for secure RAG and semantic search.</a:t>
          </a:r>
          <a:endParaRPr lang="en-CA" sz="1200" b="1" i="0" kern="1200"/>
        </a:p>
      </dsp:txBody>
      <dsp:txXfrm>
        <a:off x="0" y="3034819"/>
        <a:ext cx="7644145" cy="606830"/>
      </dsp:txXfrm>
    </dsp:sp>
    <dsp:sp modelId="{007A61E6-37FB-461D-854B-2111498A5002}">
      <dsp:nvSpPr>
        <dsp:cNvPr id="0" name=""/>
        <dsp:cNvSpPr/>
      </dsp:nvSpPr>
      <dsp:spPr>
        <a:xfrm>
          <a:off x="0" y="3641649"/>
          <a:ext cx="764414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53113A-E154-4EC4-8CAD-80A96924D339}">
      <dsp:nvSpPr>
        <dsp:cNvPr id="0" name=""/>
        <dsp:cNvSpPr/>
      </dsp:nvSpPr>
      <dsp:spPr>
        <a:xfrm>
          <a:off x="0" y="3641649"/>
          <a:ext cx="7644145" cy="606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200" b="1" i="0" kern="1200"/>
            <a:t>Enforce policies at run‑time.</a:t>
          </a:r>
          <a:r>
            <a:rPr lang="en-CA" sz="1200" b="0" i="0" kern="1200"/>
            <a:t> Authorization and filtering happen dynamically when data is used- not only when it’s stored.</a:t>
          </a:r>
          <a:endParaRPr lang="en-CA" sz="1200" b="1" i="0" kern="1200"/>
        </a:p>
      </dsp:txBody>
      <dsp:txXfrm>
        <a:off x="0" y="3641649"/>
        <a:ext cx="7644145" cy="606830"/>
      </dsp:txXfrm>
    </dsp:sp>
    <dsp:sp modelId="{56AA31EF-1820-4D86-A6AD-EC8F56D5F79C}">
      <dsp:nvSpPr>
        <dsp:cNvPr id="0" name=""/>
        <dsp:cNvSpPr/>
      </dsp:nvSpPr>
      <dsp:spPr>
        <a:xfrm>
          <a:off x="0" y="4248480"/>
          <a:ext cx="764414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008229-082E-432B-B42D-D0C575341468}">
      <dsp:nvSpPr>
        <dsp:cNvPr id="0" name=""/>
        <dsp:cNvSpPr/>
      </dsp:nvSpPr>
      <dsp:spPr>
        <a:xfrm>
          <a:off x="0" y="4248480"/>
          <a:ext cx="7644145" cy="606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200" b="1" i="0" kern="1200"/>
            <a:t>Plan for change.</a:t>
          </a:r>
          <a:r>
            <a:rPr lang="en-CA" sz="1200" b="0" i="0" kern="1200"/>
            <a:t> Schema evolution is controlled and tested; consumers get notice and safe rollout windows.</a:t>
          </a:r>
          <a:endParaRPr lang="en-CA" sz="1200" b="1" i="0" kern="1200"/>
        </a:p>
      </dsp:txBody>
      <dsp:txXfrm>
        <a:off x="0" y="4248480"/>
        <a:ext cx="7644145" cy="606830"/>
      </dsp:txXfrm>
    </dsp:sp>
    <dsp:sp modelId="{D97FD007-AAE7-4DF4-B3F7-D075F13DA0BA}">
      <dsp:nvSpPr>
        <dsp:cNvPr id="0" name=""/>
        <dsp:cNvSpPr/>
      </dsp:nvSpPr>
      <dsp:spPr>
        <a:xfrm>
          <a:off x="0" y="4855310"/>
          <a:ext cx="764414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609209-9303-45A8-BC56-C6779C114442}">
      <dsp:nvSpPr>
        <dsp:cNvPr id="0" name=""/>
        <dsp:cNvSpPr/>
      </dsp:nvSpPr>
      <dsp:spPr>
        <a:xfrm>
          <a:off x="0" y="4855310"/>
          <a:ext cx="7644145" cy="606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200" b="1" i="0" kern="1200"/>
            <a:t>Dispose responsibly.</a:t>
          </a:r>
          <a:r>
            <a:rPr lang="en-CA" sz="1200" b="0" i="0" kern="1200"/>
            <a:t> Retention and deletion are automated and auditable for all repository types (including vectors and graphs).</a:t>
          </a:r>
          <a:endParaRPr lang="en-CA" sz="1200" b="1" i="0" kern="1200"/>
        </a:p>
      </dsp:txBody>
      <dsp:txXfrm>
        <a:off x="0" y="4855310"/>
        <a:ext cx="7644145" cy="6068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C04351-09D3-427B-866B-21993BBBD390}">
      <dsp:nvSpPr>
        <dsp:cNvPr id="0" name=""/>
        <dsp:cNvSpPr/>
      </dsp:nvSpPr>
      <dsp:spPr>
        <a:xfrm>
          <a:off x="0" y="2493"/>
          <a:ext cx="754623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22327-DE3E-4C64-A9CE-3AF1A196ACC1}">
      <dsp:nvSpPr>
        <dsp:cNvPr id="0" name=""/>
        <dsp:cNvSpPr/>
      </dsp:nvSpPr>
      <dsp:spPr>
        <a:xfrm>
          <a:off x="0" y="2493"/>
          <a:ext cx="7546239" cy="8501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500" b="1" i="0" kern="1200"/>
            <a:t>Product over dataset.</a:t>
          </a:r>
          <a:r>
            <a:rPr lang="en-CA" sz="1500" b="0" i="0" kern="1200"/>
            <a:t> Every gold asset is a data product with an owner, a contract, SLAs, and a support channel. </a:t>
          </a:r>
        </a:p>
      </dsp:txBody>
      <dsp:txXfrm>
        <a:off x="0" y="2493"/>
        <a:ext cx="7546239" cy="850194"/>
      </dsp:txXfrm>
    </dsp:sp>
    <dsp:sp modelId="{97CD2D8F-99A4-40D3-BC9D-F0B494CA12F9}">
      <dsp:nvSpPr>
        <dsp:cNvPr id="0" name=""/>
        <dsp:cNvSpPr/>
      </dsp:nvSpPr>
      <dsp:spPr>
        <a:xfrm>
          <a:off x="0" y="852687"/>
          <a:ext cx="754623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1C3E2-C13C-4852-8888-C5F9650D5C78}">
      <dsp:nvSpPr>
        <dsp:cNvPr id="0" name=""/>
        <dsp:cNvSpPr/>
      </dsp:nvSpPr>
      <dsp:spPr>
        <a:xfrm>
          <a:off x="0" y="852687"/>
          <a:ext cx="7546239" cy="8501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b="1" i="0" kern="1200"/>
            <a:t>Publish data product.</a:t>
          </a:r>
          <a:r>
            <a:rPr lang="en-CA" sz="1500" b="0" i="0" kern="1200"/>
            <a:t> Publish every data product through a few governed channels -SQL, APIs, BI semantic models, streaming, and federated queries - with policy‑as‑code, catalog registration, audit trails and EUC extracts only by exception.</a:t>
          </a:r>
          <a:endParaRPr lang="en-CA" sz="1500" kern="1200"/>
        </a:p>
      </dsp:txBody>
      <dsp:txXfrm>
        <a:off x="0" y="852687"/>
        <a:ext cx="7546239" cy="850194"/>
      </dsp:txXfrm>
    </dsp:sp>
    <dsp:sp modelId="{FAA55986-5899-4BC7-BC2E-D8E8410BE7DA}">
      <dsp:nvSpPr>
        <dsp:cNvPr id="0" name=""/>
        <dsp:cNvSpPr/>
      </dsp:nvSpPr>
      <dsp:spPr>
        <a:xfrm>
          <a:off x="0" y="1702882"/>
          <a:ext cx="754623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4DF8F-2385-45FE-A1E9-980605DC330C}">
      <dsp:nvSpPr>
        <dsp:cNvPr id="0" name=""/>
        <dsp:cNvSpPr/>
      </dsp:nvSpPr>
      <dsp:spPr>
        <a:xfrm>
          <a:off x="0" y="1702882"/>
          <a:ext cx="7546239" cy="8501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b="1" i="0" kern="1200"/>
            <a:t>Easy to find, easy to request.</a:t>
          </a:r>
          <a:r>
            <a:rPr lang="en-CA" sz="1500" b="0" i="0" kern="1200"/>
            <a:t> Publish products in the internal marketplace with clear descriptions and sample queries.</a:t>
          </a:r>
          <a:endParaRPr lang="en-CA" sz="1500" kern="1200"/>
        </a:p>
      </dsp:txBody>
      <dsp:txXfrm>
        <a:off x="0" y="1702882"/>
        <a:ext cx="7546239" cy="850194"/>
      </dsp:txXfrm>
    </dsp:sp>
    <dsp:sp modelId="{3FEA1C4F-169B-4115-AA28-5088816F0A83}">
      <dsp:nvSpPr>
        <dsp:cNvPr id="0" name=""/>
        <dsp:cNvSpPr/>
      </dsp:nvSpPr>
      <dsp:spPr>
        <a:xfrm>
          <a:off x="0" y="2553077"/>
          <a:ext cx="754623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581728-DF5B-4572-B9D3-981257ECC140}">
      <dsp:nvSpPr>
        <dsp:cNvPr id="0" name=""/>
        <dsp:cNvSpPr/>
      </dsp:nvSpPr>
      <dsp:spPr>
        <a:xfrm>
          <a:off x="0" y="2553077"/>
          <a:ext cx="7546239" cy="8501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500" b="1" i="0" kern="1200"/>
            <a:t>Show the lineage and score.</a:t>
          </a:r>
          <a:r>
            <a:rPr lang="en-CA" sz="1500" b="0" i="0" kern="1200"/>
            <a:t> Each product displays where it came from and a simple quality scorecard.</a:t>
          </a:r>
          <a:endParaRPr lang="en-CA" sz="1500" b="1" i="0" kern="1200"/>
        </a:p>
      </dsp:txBody>
      <dsp:txXfrm>
        <a:off x="0" y="2553077"/>
        <a:ext cx="7546239" cy="850194"/>
      </dsp:txXfrm>
    </dsp:sp>
    <dsp:sp modelId="{AE3D044F-E786-4321-B045-AFFF5FBF0A59}">
      <dsp:nvSpPr>
        <dsp:cNvPr id="0" name=""/>
        <dsp:cNvSpPr/>
      </dsp:nvSpPr>
      <dsp:spPr>
        <a:xfrm>
          <a:off x="0" y="3403271"/>
          <a:ext cx="754623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B3204-6409-46C3-BA31-F1E517EA63E3}">
      <dsp:nvSpPr>
        <dsp:cNvPr id="0" name=""/>
        <dsp:cNvSpPr/>
      </dsp:nvSpPr>
      <dsp:spPr>
        <a:xfrm>
          <a:off x="0" y="3403271"/>
          <a:ext cx="7546239" cy="8501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500" b="1" i="0" kern="1200"/>
            <a:t>Version like software.</a:t>
          </a:r>
          <a:r>
            <a:rPr lang="en-CA" sz="1500" b="0" i="0" kern="1200"/>
            <a:t> New releases are immutable; breaking changes come with consumer guidance and rollback plans.</a:t>
          </a:r>
          <a:endParaRPr lang="en-CA" sz="1500" b="1" i="0" kern="1200"/>
        </a:p>
      </dsp:txBody>
      <dsp:txXfrm>
        <a:off x="0" y="3403271"/>
        <a:ext cx="7546239" cy="850194"/>
      </dsp:txXfrm>
    </dsp:sp>
    <dsp:sp modelId="{32724083-6DD3-4D7C-9A92-ED0A95767167}">
      <dsp:nvSpPr>
        <dsp:cNvPr id="0" name=""/>
        <dsp:cNvSpPr/>
      </dsp:nvSpPr>
      <dsp:spPr>
        <a:xfrm>
          <a:off x="0" y="4253466"/>
          <a:ext cx="754623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A516F7-EC50-49C0-9599-3E69DC997557}">
      <dsp:nvSpPr>
        <dsp:cNvPr id="0" name=""/>
        <dsp:cNvSpPr/>
      </dsp:nvSpPr>
      <dsp:spPr>
        <a:xfrm>
          <a:off x="0" y="4253466"/>
          <a:ext cx="7546239" cy="8501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500" b="1" i="0" kern="1200"/>
            <a:t>Monetize with care.</a:t>
          </a:r>
          <a:r>
            <a:rPr lang="en-CA" sz="1500" b="0" i="0" kern="1200"/>
            <a:t> External sharing uses anonymized/aggregated products with explicit rights and privacy approvals.</a:t>
          </a:r>
          <a:endParaRPr lang="en-CA" sz="1500" b="1" i="0" kern="1200"/>
        </a:p>
      </dsp:txBody>
      <dsp:txXfrm>
        <a:off x="0" y="4253466"/>
        <a:ext cx="7546239" cy="8501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C04351-09D3-427B-866B-21993BBBD390}">
      <dsp:nvSpPr>
        <dsp:cNvPr id="0" name=""/>
        <dsp:cNvSpPr/>
      </dsp:nvSpPr>
      <dsp:spPr>
        <a:xfrm>
          <a:off x="0" y="626"/>
          <a:ext cx="622193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22327-DE3E-4C64-A9CE-3AF1A196ACC1}">
      <dsp:nvSpPr>
        <dsp:cNvPr id="0" name=""/>
        <dsp:cNvSpPr/>
      </dsp:nvSpPr>
      <dsp:spPr>
        <a:xfrm>
          <a:off x="0" y="626"/>
          <a:ext cx="6221930" cy="570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600" b="1" i="0" kern="1200"/>
            <a:t>Policy automation</a:t>
          </a:r>
          <a:r>
            <a:rPr lang="en-CA" sz="1600" b="0" i="0" kern="1200"/>
            <a:t>: Drive compliance through catalog, lineage, and policy-as-code.</a:t>
          </a:r>
        </a:p>
      </dsp:txBody>
      <dsp:txXfrm>
        <a:off x="0" y="626"/>
        <a:ext cx="6221930" cy="570070"/>
      </dsp:txXfrm>
    </dsp:sp>
    <dsp:sp modelId="{5988DA7C-C213-4E7B-A29C-9EA7D1B6B201}">
      <dsp:nvSpPr>
        <dsp:cNvPr id="0" name=""/>
        <dsp:cNvSpPr/>
      </dsp:nvSpPr>
      <dsp:spPr>
        <a:xfrm>
          <a:off x="0" y="570696"/>
          <a:ext cx="622193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D9D964-CDAC-42FF-9956-30211AF402BD}">
      <dsp:nvSpPr>
        <dsp:cNvPr id="0" name=""/>
        <dsp:cNvSpPr/>
      </dsp:nvSpPr>
      <dsp:spPr>
        <a:xfrm>
          <a:off x="0" y="570696"/>
          <a:ext cx="6221930" cy="570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600" b="1" i="0" kern="1200"/>
            <a:t>Clear ownership</a:t>
          </a:r>
          <a:r>
            <a:rPr lang="en-CA" sz="1600" b="0" i="0" kern="1200"/>
            <a:t>: Assign stewards and owners for domains and assets.</a:t>
          </a:r>
        </a:p>
      </dsp:txBody>
      <dsp:txXfrm>
        <a:off x="0" y="570696"/>
        <a:ext cx="6221930" cy="570070"/>
      </dsp:txXfrm>
    </dsp:sp>
    <dsp:sp modelId="{BA34671D-0772-4AD7-8036-76BD3FC22FCC}">
      <dsp:nvSpPr>
        <dsp:cNvPr id="0" name=""/>
        <dsp:cNvSpPr/>
      </dsp:nvSpPr>
      <dsp:spPr>
        <a:xfrm>
          <a:off x="0" y="1140766"/>
          <a:ext cx="622193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BFA5E-35C1-4EAD-801E-598913EBF4A6}">
      <dsp:nvSpPr>
        <dsp:cNvPr id="0" name=""/>
        <dsp:cNvSpPr/>
      </dsp:nvSpPr>
      <dsp:spPr>
        <a:xfrm>
          <a:off x="0" y="1140766"/>
          <a:ext cx="6221930" cy="570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600" b="1" i="0" kern="1200"/>
            <a:t>Lifecycle control</a:t>
          </a:r>
          <a:r>
            <a:rPr lang="en-CA" sz="1600" b="0" i="0" kern="1200"/>
            <a:t>: Apply retention and disposition by design with monitoring.</a:t>
          </a:r>
        </a:p>
      </dsp:txBody>
      <dsp:txXfrm>
        <a:off x="0" y="1140766"/>
        <a:ext cx="6221930" cy="570070"/>
      </dsp:txXfrm>
    </dsp:sp>
    <dsp:sp modelId="{2227BEE0-B4F3-42AF-A48C-AB1E88020236}">
      <dsp:nvSpPr>
        <dsp:cNvPr id="0" name=""/>
        <dsp:cNvSpPr/>
      </dsp:nvSpPr>
      <dsp:spPr>
        <a:xfrm>
          <a:off x="0" y="1710836"/>
          <a:ext cx="622193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6AA0A-BB9D-445E-83B5-6B1DC9F2B289}">
      <dsp:nvSpPr>
        <dsp:cNvPr id="0" name=""/>
        <dsp:cNvSpPr/>
      </dsp:nvSpPr>
      <dsp:spPr>
        <a:xfrm>
          <a:off x="0" y="1710836"/>
          <a:ext cx="6221930" cy="570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600" b="1" i="0" kern="1200"/>
            <a:t>Federated Governance</a:t>
          </a:r>
          <a:r>
            <a:rPr lang="en-CA" sz="1600" b="0" i="0" kern="1200"/>
            <a:t>: Central standards, decentralized execution.</a:t>
          </a:r>
        </a:p>
      </dsp:txBody>
      <dsp:txXfrm>
        <a:off x="0" y="1710836"/>
        <a:ext cx="6221930" cy="570070"/>
      </dsp:txXfrm>
    </dsp:sp>
    <dsp:sp modelId="{A0FED96A-A3F8-4309-94F5-77FF47B29ACB}">
      <dsp:nvSpPr>
        <dsp:cNvPr id="0" name=""/>
        <dsp:cNvSpPr/>
      </dsp:nvSpPr>
      <dsp:spPr>
        <a:xfrm>
          <a:off x="0" y="2280906"/>
          <a:ext cx="622193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9B71EC-5F49-46BE-B3AA-1CA13635B497}">
      <dsp:nvSpPr>
        <dsp:cNvPr id="0" name=""/>
        <dsp:cNvSpPr/>
      </dsp:nvSpPr>
      <dsp:spPr>
        <a:xfrm>
          <a:off x="0" y="2280906"/>
          <a:ext cx="6221930" cy="570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600" b="1" i="0" kern="1200"/>
            <a:t>Transparency</a:t>
          </a:r>
          <a:r>
            <a:rPr lang="en-CA" sz="1600" b="0" i="0" kern="1200"/>
            <a:t>: Monitor compliance and provide dashboards.</a:t>
          </a:r>
        </a:p>
      </dsp:txBody>
      <dsp:txXfrm>
        <a:off x="0" y="2280906"/>
        <a:ext cx="6221930" cy="570070"/>
      </dsp:txXfrm>
    </dsp:sp>
    <dsp:sp modelId="{A70D534D-D5AF-4C63-A0EF-B9A006B945A9}">
      <dsp:nvSpPr>
        <dsp:cNvPr id="0" name=""/>
        <dsp:cNvSpPr/>
      </dsp:nvSpPr>
      <dsp:spPr>
        <a:xfrm>
          <a:off x="0" y="2850976"/>
          <a:ext cx="622193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1009A3-8449-4EE7-8CDE-5D4042A8A4D1}">
      <dsp:nvSpPr>
        <dsp:cNvPr id="0" name=""/>
        <dsp:cNvSpPr/>
      </dsp:nvSpPr>
      <dsp:spPr>
        <a:xfrm>
          <a:off x="0" y="2850976"/>
          <a:ext cx="6221930" cy="570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600" b="1" i="0" kern="1200"/>
            <a:t>Own the data.</a:t>
          </a:r>
          <a:r>
            <a:rPr lang="en-CA" sz="1600" b="0" i="0" kern="1200"/>
            <a:t> Every domain has named owners and stewards who approve changes and access.</a:t>
          </a:r>
        </a:p>
      </dsp:txBody>
      <dsp:txXfrm>
        <a:off x="0" y="2850976"/>
        <a:ext cx="6221930" cy="570070"/>
      </dsp:txXfrm>
    </dsp:sp>
    <dsp:sp modelId="{7491BD69-59C5-4E70-B8EA-D70489EB63C7}">
      <dsp:nvSpPr>
        <dsp:cNvPr id="0" name=""/>
        <dsp:cNvSpPr/>
      </dsp:nvSpPr>
      <dsp:spPr>
        <a:xfrm>
          <a:off x="0" y="3421046"/>
          <a:ext cx="622193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D38F9C-6A0D-48B9-A563-AFA86EC70ADB}">
      <dsp:nvSpPr>
        <dsp:cNvPr id="0" name=""/>
        <dsp:cNvSpPr/>
      </dsp:nvSpPr>
      <dsp:spPr>
        <a:xfrm>
          <a:off x="0" y="3421046"/>
          <a:ext cx="6221930" cy="570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600" b="1" i="0" kern="1200"/>
            <a:t>Automate controls.</a:t>
          </a:r>
          <a:r>
            <a:rPr lang="en-CA" sz="1600" b="0" i="0" kern="1200"/>
            <a:t> Policies live in the catalog and pipelines; enforcement is continuous and logged.</a:t>
          </a:r>
          <a:endParaRPr lang="en-CA" sz="1600" b="1" i="0" kern="1200"/>
        </a:p>
      </dsp:txBody>
      <dsp:txXfrm>
        <a:off x="0" y="3421046"/>
        <a:ext cx="6221930" cy="570070"/>
      </dsp:txXfrm>
    </dsp:sp>
    <dsp:sp modelId="{B619FEC2-5AA7-4317-9D99-DBD3E5F0CBC4}">
      <dsp:nvSpPr>
        <dsp:cNvPr id="0" name=""/>
        <dsp:cNvSpPr/>
      </dsp:nvSpPr>
      <dsp:spPr>
        <a:xfrm>
          <a:off x="0" y="3991116"/>
          <a:ext cx="622193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73CA85-9002-462C-9498-61034F937062}">
      <dsp:nvSpPr>
        <dsp:cNvPr id="0" name=""/>
        <dsp:cNvSpPr/>
      </dsp:nvSpPr>
      <dsp:spPr>
        <a:xfrm>
          <a:off x="0" y="3991116"/>
          <a:ext cx="6221930" cy="570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600" b="1" i="0" kern="1200"/>
            <a:t>Least privilege, always.</a:t>
          </a:r>
          <a:r>
            <a:rPr lang="en-CA" sz="1600" b="0" i="0" kern="1200"/>
            <a:t> Grant access by role and project context; bulk exports from production are blocked by default.</a:t>
          </a:r>
          <a:endParaRPr lang="en-CA" sz="1600" b="1" i="0" kern="1200"/>
        </a:p>
      </dsp:txBody>
      <dsp:txXfrm>
        <a:off x="0" y="3991116"/>
        <a:ext cx="6221930" cy="570070"/>
      </dsp:txXfrm>
    </dsp:sp>
    <dsp:sp modelId="{6AC59727-2BE4-4DE0-8B2B-FA413859ECCC}">
      <dsp:nvSpPr>
        <dsp:cNvPr id="0" name=""/>
        <dsp:cNvSpPr/>
      </dsp:nvSpPr>
      <dsp:spPr>
        <a:xfrm>
          <a:off x="0" y="4561186"/>
          <a:ext cx="622193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505558-EB8A-4177-AC17-A9618705DA52}">
      <dsp:nvSpPr>
        <dsp:cNvPr id="0" name=""/>
        <dsp:cNvSpPr/>
      </dsp:nvSpPr>
      <dsp:spPr>
        <a:xfrm>
          <a:off x="0" y="4561186"/>
          <a:ext cx="6221930" cy="570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600" b="1" i="0" kern="1200"/>
            <a:t>Audit trails by default.</a:t>
          </a:r>
          <a:r>
            <a:rPr lang="en-CA" sz="1600" b="0" i="0" kern="1200"/>
            <a:t> Keep simple, searchable logs for who accessed what, when, and why.</a:t>
          </a:r>
          <a:endParaRPr lang="en-CA" sz="1600" b="1" i="0" kern="1200"/>
        </a:p>
      </dsp:txBody>
      <dsp:txXfrm>
        <a:off x="0" y="4561186"/>
        <a:ext cx="6221930" cy="5700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C04351-09D3-427B-866B-21993BBBD390}">
      <dsp:nvSpPr>
        <dsp:cNvPr id="0" name=""/>
        <dsp:cNvSpPr/>
      </dsp:nvSpPr>
      <dsp:spPr>
        <a:xfrm>
          <a:off x="0" y="0"/>
          <a:ext cx="725286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22327-DE3E-4C64-A9CE-3AF1A196ACC1}">
      <dsp:nvSpPr>
        <dsp:cNvPr id="0" name=""/>
        <dsp:cNvSpPr/>
      </dsp:nvSpPr>
      <dsp:spPr>
        <a:xfrm>
          <a:off x="0" y="0"/>
          <a:ext cx="7252869" cy="916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800" b="1" i="0" kern="1200"/>
            <a:t>Ship small, ship often.</a:t>
          </a:r>
          <a:r>
            <a:rPr lang="en-CA" sz="1800" b="0" i="0" kern="1200"/>
            <a:t> Use CI/CD for pipelines, policies, and semantic artifacts; aim for safe, frequent releases.</a:t>
          </a:r>
        </a:p>
      </dsp:txBody>
      <dsp:txXfrm>
        <a:off x="0" y="0"/>
        <a:ext cx="7252869" cy="916757"/>
      </dsp:txXfrm>
    </dsp:sp>
    <dsp:sp modelId="{1667EA9A-2050-4C51-83C7-FEC6FB72BF21}">
      <dsp:nvSpPr>
        <dsp:cNvPr id="0" name=""/>
        <dsp:cNvSpPr/>
      </dsp:nvSpPr>
      <dsp:spPr>
        <a:xfrm>
          <a:off x="0" y="916757"/>
          <a:ext cx="725286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5108E6-6B32-4C0B-9861-BB90DC6853E2}">
      <dsp:nvSpPr>
        <dsp:cNvPr id="0" name=""/>
        <dsp:cNvSpPr/>
      </dsp:nvSpPr>
      <dsp:spPr>
        <a:xfrm>
          <a:off x="0" y="916757"/>
          <a:ext cx="7252869" cy="916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800" b="1" i="0" kern="1200"/>
            <a:t>Watch for drift.</a:t>
          </a:r>
          <a:r>
            <a:rPr lang="en-CA" sz="1800" b="0" i="0" kern="1200"/>
            <a:t> Detect data and model drift early; alert owners with clear actions.</a:t>
          </a:r>
          <a:endParaRPr lang="en-CA" sz="1800" b="1" i="0" kern="1200"/>
        </a:p>
      </dsp:txBody>
      <dsp:txXfrm>
        <a:off x="0" y="916757"/>
        <a:ext cx="7252869" cy="916757"/>
      </dsp:txXfrm>
    </dsp:sp>
    <dsp:sp modelId="{ED112D73-6397-4E96-A88A-120BF900C98E}">
      <dsp:nvSpPr>
        <dsp:cNvPr id="0" name=""/>
        <dsp:cNvSpPr/>
      </dsp:nvSpPr>
      <dsp:spPr>
        <a:xfrm>
          <a:off x="0" y="1833515"/>
          <a:ext cx="725286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F33661-D81A-4ED3-9300-B9AF2E4D0408}">
      <dsp:nvSpPr>
        <dsp:cNvPr id="0" name=""/>
        <dsp:cNvSpPr/>
      </dsp:nvSpPr>
      <dsp:spPr>
        <a:xfrm>
          <a:off x="0" y="1833515"/>
          <a:ext cx="7252869" cy="916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800" b="1" i="0" kern="1200"/>
            <a:t>SLOs beat slogans.</a:t>
          </a:r>
          <a:r>
            <a:rPr lang="en-CA" sz="1800" b="0" i="0" kern="1200"/>
            <a:t> Define freshness, availability, and accuracy targets; report them openly.</a:t>
          </a:r>
          <a:endParaRPr lang="en-CA" sz="1800" b="1" i="0" kern="1200"/>
        </a:p>
      </dsp:txBody>
      <dsp:txXfrm>
        <a:off x="0" y="1833515"/>
        <a:ext cx="7252869" cy="916757"/>
      </dsp:txXfrm>
    </dsp:sp>
    <dsp:sp modelId="{E0EF3362-35DF-45F1-8EB4-5E94816BFFB2}">
      <dsp:nvSpPr>
        <dsp:cNvPr id="0" name=""/>
        <dsp:cNvSpPr/>
      </dsp:nvSpPr>
      <dsp:spPr>
        <a:xfrm>
          <a:off x="0" y="2750273"/>
          <a:ext cx="725286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552F5-583C-492F-BBB3-929E5215F2CD}">
      <dsp:nvSpPr>
        <dsp:cNvPr id="0" name=""/>
        <dsp:cNvSpPr/>
      </dsp:nvSpPr>
      <dsp:spPr>
        <a:xfrm>
          <a:off x="0" y="2750273"/>
          <a:ext cx="7252869" cy="916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800" b="1" i="0" kern="1200"/>
            <a:t>Incident playbooks.</a:t>
          </a:r>
          <a:r>
            <a:rPr lang="en-CA" sz="1800" b="0" i="0" kern="1200"/>
            <a:t> Have runbooks for data incidents with roles, steps, and communication templates.</a:t>
          </a:r>
          <a:endParaRPr lang="en-CA" sz="1800" b="1" i="0" kern="1200"/>
        </a:p>
      </dsp:txBody>
      <dsp:txXfrm>
        <a:off x="0" y="2750273"/>
        <a:ext cx="7252869" cy="91675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C04351-09D3-427B-866B-21993BBBD390}">
      <dsp:nvSpPr>
        <dsp:cNvPr id="0" name=""/>
        <dsp:cNvSpPr/>
      </dsp:nvSpPr>
      <dsp:spPr>
        <a:xfrm>
          <a:off x="0" y="2261"/>
          <a:ext cx="873442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22327-DE3E-4C64-A9CE-3AF1A196ACC1}">
      <dsp:nvSpPr>
        <dsp:cNvPr id="0" name=""/>
        <dsp:cNvSpPr/>
      </dsp:nvSpPr>
      <dsp:spPr>
        <a:xfrm>
          <a:off x="0" y="2261"/>
          <a:ext cx="8734425" cy="420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400" b="1" i="0" kern="1200"/>
            <a:t>Self-Serve Enablement</a:t>
          </a:r>
          <a:r>
            <a:rPr lang="en-CA" sz="1400" b="0" i="0" kern="1200"/>
            <a:t>: Automate access to data and provisioning for business users.</a:t>
          </a:r>
        </a:p>
      </dsp:txBody>
      <dsp:txXfrm>
        <a:off x="0" y="2261"/>
        <a:ext cx="8734425" cy="420551"/>
      </dsp:txXfrm>
    </dsp:sp>
    <dsp:sp modelId="{0F3CD8D7-FFBA-4D22-9448-5E58FABBD3E1}">
      <dsp:nvSpPr>
        <dsp:cNvPr id="0" name=""/>
        <dsp:cNvSpPr/>
      </dsp:nvSpPr>
      <dsp:spPr>
        <a:xfrm>
          <a:off x="0" y="422812"/>
          <a:ext cx="873442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140DA4-9828-4BFC-9EE6-466B62328710}">
      <dsp:nvSpPr>
        <dsp:cNvPr id="0" name=""/>
        <dsp:cNvSpPr/>
      </dsp:nvSpPr>
      <dsp:spPr>
        <a:xfrm>
          <a:off x="0" y="422812"/>
          <a:ext cx="8734425" cy="420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400" b="1" i="0" kern="1200"/>
            <a:t>Governed BI</a:t>
          </a:r>
          <a:r>
            <a:rPr lang="en-CA" sz="1400" b="0" i="0" kern="1200"/>
            <a:t>: Standardize BI platforms, models, and promotion paths.</a:t>
          </a:r>
        </a:p>
      </dsp:txBody>
      <dsp:txXfrm>
        <a:off x="0" y="422812"/>
        <a:ext cx="8734425" cy="420551"/>
      </dsp:txXfrm>
    </dsp:sp>
    <dsp:sp modelId="{76792F23-BF94-471D-BFB9-DFF0B4BA0596}">
      <dsp:nvSpPr>
        <dsp:cNvPr id="0" name=""/>
        <dsp:cNvSpPr/>
      </dsp:nvSpPr>
      <dsp:spPr>
        <a:xfrm>
          <a:off x="0" y="843364"/>
          <a:ext cx="873442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257132-CECC-4CF1-AFA0-14953B2C46FC}">
      <dsp:nvSpPr>
        <dsp:cNvPr id="0" name=""/>
        <dsp:cNvSpPr/>
      </dsp:nvSpPr>
      <dsp:spPr>
        <a:xfrm>
          <a:off x="0" y="843364"/>
          <a:ext cx="8734425" cy="420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400" b="1" i="0" kern="1200"/>
            <a:t>Policy-Driven Access</a:t>
          </a:r>
          <a:r>
            <a:rPr lang="en-CA" sz="1400" b="0" i="0" kern="1200"/>
            <a:t>: Enforce access controls, audit trails, and EUC restrictions.</a:t>
          </a:r>
        </a:p>
      </dsp:txBody>
      <dsp:txXfrm>
        <a:off x="0" y="843364"/>
        <a:ext cx="8734425" cy="420551"/>
      </dsp:txXfrm>
    </dsp:sp>
    <dsp:sp modelId="{81A3D9AE-D774-4AAB-AF42-5CB10CB028BE}">
      <dsp:nvSpPr>
        <dsp:cNvPr id="0" name=""/>
        <dsp:cNvSpPr/>
      </dsp:nvSpPr>
      <dsp:spPr>
        <a:xfrm>
          <a:off x="0" y="1263916"/>
          <a:ext cx="873442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23DCB7-6DD0-48AF-86D7-C9DF1A43CD1D}">
      <dsp:nvSpPr>
        <dsp:cNvPr id="0" name=""/>
        <dsp:cNvSpPr/>
      </dsp:nvSpPr>
      <dsp:spPr>
        <a:xfrm>
          <a:off x="0" y="1263916"/>
          <a:ext cx="8734425" cy="420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400" b="1" i="0" kern="1200"/>
            <a:t>Observability</a:t>
          </a:r>
          <a:r>
            <a:rPr lang="en-CA" sz="1400" b="0" i="0" kern="1200"/>
            <a:t>: Monitor usage, SLA compliance, and error rates.</a:t>
          </a:r>
        </a:p>
      </dsp:txBody>
      <dsp:txXfrm>
        <a:off x="0" y="1263916"/>
        <a:ext cx="8734425" cy="420551"/>
      </dsp:txXfrm>
    </dsp:sp>
    <dsp:sp modelId="{6AF27164-94EF-4050-8BAD-CB8EFA7C3D22}">
      <dsp:nvSpPr>
        <dsp:cNvPr id="0" name=""/>
        <dsp:cNvSpPr/>
      </dsp:nvSpPr>
      <dsp:spPr>
        <a:xfrm>
          <a:off x="0" y="1684468"/>
          <a:ext cx="873442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510593-EEF7-4D13-BD48-545A482774C4}">
      <dsp:nvSpPr>
        <dsp:cNvPr id="0" name=""/>
        <dsp:cNvSpPr/>
      </dsp:nvSpPr>
      <dsp:spPr>
        <a:xfrm>
          <a:off x="0" y="1684468"/>
          <a:ext cx="8734425" cy="420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400" b="1" i="0" kern="1200"/>
            <a:t>EUC Principle</a:t>
          </a:r>
          <a:r>
            <a:rPr lang="en-CA" sz="1400" b="0" i="0" kern="1200"/>
            <a:t>: Restrict production data downloads; require documented exceptions for regulatory and critical business needs.</a:t>
          </a:r>
        </a:p>
      </dsp:txBody>
      <dsp:txXfrm>
        <a:off x="0" y="1684468"/>
        <a:ext cx="8734425" cy="420551"/>
      </dsp:txXfrm>
    </dsp:sp>
    <dsp:sp modelId="{5B87C62C-BB9D-4EF2-9FEE-C086695BD965}">
      <dsp:nvSpPr>
        <dsp:cNvPr id="0" name=""/>
        <dsp:cNvSpPr/>
      </dsp:nvSpPr>
      <dsp:spPr>
        <a:xfrm>
          <a:off x="0" y="2105020"/>
          <a:ext cx="873442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536EC-0B36-494D-8E31-44C4238D17E6}">
      <dsp:nvSpPr>
        <dsp:cNvPr id="0" name=""/>
        <dsp:cNvSpPr/>
      </dsp:nvSpPr>
      <dsp:spPr>
        <a:xfrm>
          <a:off x="0" y="2105020"/>
          <a:ext cx="8734425" cy="420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400" b="1" i="0" kern="1200"/>
            <a:t>Value Measurement</a:t>
          </a:r>
          <a:r>
            <a:rPr lang="en-CA" sz="1400" b="0" i="0" kern="1200"/>
            <a:t>: Track and report outcomes from data initiatives.</a:t>
          </a:r>
        </a:p>
      </dsp:txBody>
      <dsp:txXfrm>
        <a:off x="0" y="2105020"/>
        <a:ext cx="8734425" cy="420551"/>
      </dsp:txXfrm>
    </dsp:sp>
    <dsp:sp modelId="{7606FCD7-98F5-41E3-A573-24FA9DCE6F04}">
      <dsp:nvSpPr>
        <dsp:cNvPr id="0" name=""/>
        <dsp:cNvSpPr/>
      </dsp:nvSpPr>
      <dsp:spPr>
        <a:xfrm>
          <a:off x="0" y="2525572"/>
          <a:ext cx="873442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20818-2C07-4ED8-8638-619F1C4126C9}">
      <dsp:nvSpPr>
        <dsp:cNvPr id="0" name=""/>
        <dsp:cNvSpPr/>
      </dsp:nvSpPr>
      <dsp:spPr>
        <a:xfrm>
          <a:off x="0" y="2525572"/>
          <a:ext cx="8734425" cy="420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400" b="1" i="0" kern="1200"/>
            <a:t>Platform Enablement</a:t>
          </a:r>
          <a:r>
            <a:rPr lang="en-CA" sz="1400" b="0" i="0" kern="1200"/>
            <a:t>: Use scalable platforms for analytics and AI.</a:t>
          </a:r>
        </a:p>
      </dsp:txBody>
      <dsp:txXfrm>
        <a:off x="0" y="2525572"/>
        <a:ext cx="8734425" cy="420551"/>
      </dsp:txXfrm>
    </dsp:sp>
    <dsp:sp modelId="{2E6C4D0E-AF25-4D70-9922-B5331AF1D2B1}">
      <dsp:nvSpPr>
        <dsp:cNvPr id="0" name=""/>
        <dsp:cNvSpPr/>
      </dsp:nvSpPr>
      <dsp:spPr>
        <a:xfrm>
          <a:off x="0" y="2946124"/>
          <a:ext cx="873442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2FD7B7-0BE1-4AA9-9CFC-8229C6BCA661}">
      <dsp:nvSpPr>
        <dsp:cNvPr id="0" name=""/>
        <dsp:cNvSpPr/>
      </dsp:nvSpPr>
      <dsp:spPr>
        <a:xfrm>
          <a:off x="0" y="2946124"/>
          <a:ext cx="8734425" cy="420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400" b="1" i="0" kern="1200"/>
            <a:t>Reusability</a:t>
          </a:r>
          <a:r>
            <a:rPr lang="en-CA" sz="1400" b="0" i="0" kern="1200"/>
            <a:t>: Leverage trusted datasets for multiple use cases.</a:t>
          </a:r>
        </a:p>
      </dsp:txBody>
      <dsp:txXfrm>
        <a:off x="0" y="2946124"/>
        <a:ext cx="8734425" cy="420551"/>
      </dsp:txXfrm>
    </dsp:sp>
    <dsp:sp modelId="{89DA22BD-788A-4F04-940F-A454C0439B8B}">
      <dsp:nvSpPr>
        <dsp:cNvPr id="0" name=""/>
        <dsp:cNvSpPr/>
      </dsp:nvSpPr>
      <dsp:spPr>
        <a:xfrm>
          <a:off x="0" y="3366676"/>
          <a:ext cx="873442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879AE9-22C2-4421-B68D-98C532B1325E}">
      <dsp:nvSpPr>
        <dsp:cNvPr id="0" name=""/>
        <dsp:cNvSpPr/>
      </dsp:nvSpPr>
      <dsp:spPr>
        <a:xfrm>
          <a:off x="0" y="3366676"/>
          <a:ext cx="8734425" cy="420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400" b="1" i="0" kern="1200"/>
            <a:t>Design for trust.</a:t>
          </a:r>
          <a:r>
            <a:rPr lang="en-CA" sz="1400" b="0" i="0" kern="1200"/>
            <a:t> BI, apps, and agents show sources, update times, and product owners.</a:t>
          </a:r>
          <a:endParaRPr lang="en-CA" sz="1400" b="1" i="0" kern="1200"/>
        </a:p>
      </dsp:txBody>
      <dsp:txXfrm>
        <a:off x="0" y="3366676"/>
        <a:ext cx="8734425" cy="420551"/>
      </dsp:txXfrm>
    </dsp:sp>
    <dsp:sp modelId="{28C150D8-00B7-453E-97C6-FBA02DF99431}">
      <dsp:nvSpPr>
        <dsp:cNvPr id="0" name=""/>
        <dsp:cNvSpPr/>
      </dsp:nvSpPr>
      <dsp:spPr>
        <a:xfrm>
          <a:off x="0" y="3787228"/>
          <a:ext cx="873442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2098D4-CB67-45EE-8B44-789862347117}">
      <dsp:nvSpPr>
        <dsp:cNvPr id="0" name=""/>
        <dsp:cNvSpPr/>
      </dsp:nvSpPr>
      <dsp:spPr>
        <a:xfrm>
          <a:off x="0" y="3787228"/>
          <a:ext cx="8734425" cy="420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400" b="1" i="0" kern="1200"/>
            <a:t>Self‑serve, not self‑risk.</a:t>
          </a:r>
          <a:r>
            <a:rPr lang="en-CA" sz="1400" b="0" i="0" kern="1200"/>
            <a:t> Give business users simple, governed tools to explore safely.</a:t>
          </a:r>
          <a:endParaRPr lang="en-CA" sz="1400" b="1" i="0" kern="1200"/>
        </a:p>
      </dsp:txBody>
      <dsp:txXfrm>
        <a:off x="0" y="3787228"/>
        <a:ext cx="8734425" cy="420551"/>
      </dsp:txXfrm>
    </dsp:sp>
    <dsp:sp modelId="{77EFFE21-1E00-40A2-ADFD-B3CB69944390}">
      <dsp:nvSpPr>
        <dsp:cNvPr id="0" name=""/>
        <dsp:cNvSpPr/>
      </dsp:nvSpPr>
      <dsp:spPr>
        <a:xfrm>
          <a:off x="0" y="4207780"/>
          <a:ext cx="873442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EC56A8-4728-45D0-A3D1-6100644FCAFD}">
      <dsp:nvSpPr>
        <dsp:cNvPr id="0" name=""/>
        <dsp:cNvSpPr/>
      </dsp:nvSpPr>
      <dsp:spPr>
        <a:xfrm>
          <a:off x="0" y="4207780"/>
          <a:ext cx="8734425" cy="420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CA" sz="1400" b="1" i="0" kern="1200"/>
            <a:t>Agents follow rules too.</a:t>
          </a:r>
          <a:r>
            <a:rPr lang="en-CA" sz="1400" b="0" i="0" kern="1200"/>
            <a:t> AI agents use the same policies, semantic layer, and audit trails as humans.</a:t>
          </a:r>
          <a:endParaRPr lang="en-CA" sz="1400" b="1" i="0" kern="1200"/>
        </a:p>
      </dsp:txBody>
      <dsp:txXfrm>
        <a:off x="0" y="4207780"/>
        <a:ext cx="8734425" cy="42055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ED1A12-7259-4463-B06C-3CADD6B1F96D}">
      <dsp:nvSpPr>
        <dsp:cNvPr id="0" name=""/>
        <dsp:cNvSpPr/>
      </dsp:nvSpPr>
      <dsp:spPr>
        <a:xfrm>
          <a:off x="0" y="591"/>
          <a:ext cx="8176794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63BFC3-3148-4528-8A8E-4BB50CEAF25F}">
      <dsp:nvSpPr>
        <dsp:cNvPr id="0" name=""/>
        <dsp:cNvSpPr/>
      </dsp:nvSpPr>
      <dsp:spPr>
        <a:xfrm>
          <a:off x="0" y="591"/>
          <a:ext cx="8176794" cy="484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1" i="0" kern="1200"/>
            <a:t>Data ownership. </a:t>
          </a:r>
          <a:r>
            <a:rPr lang="en-CA" sz="1400" b="0" i="0" kern="1200"/>
            <a:t>Business is accountable for each domain; data is captured consistently with tags, lineage, and a simple data contract.</a:t>
          </a:r>
          <a:endParaRPr lang="en-CA" sz="1400" kern="1200"/>
        </a:p>
      </dsp:txBody>
      <dsp:txXfrm>
        <a:off x="0" y="591"/>
        <a:ext cx="8176794" cy="484571"/>
      </dsp:txXfrm>
    </dsp:sp>
    <dsp:sp modelId="{DB22904C-69E0-4697-BB00-2780A06A563D}">
      <dsp:nvSpPr>
        <dsp:cNvPr id="0" name=""/>
        <dsp:cNvSpPr/>
      </dsp:nvSpPr>
      <dsp:spPr>
        <a:xfrm>
          <a:off x="0" y="485163"/>
          <a:ext cx="8176794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13F5A3-508C-4B5C-B20C-1D6B656872DB}">
      <dsp:nvSpPr>
        <dsp:cNvPr id="0" name=""/>
        <dsp:cNvSpPr/>
      </dsp:nvSpPr>
      <dsp:spPr>
        <a:xfrm>
          <a:off x="0" y="485163"/>
          <a:ext cx="8176794" cy="484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1" kern="1200"/>
            <a:t>Contract before connect.</a:t>
          </a:r>
          <a:r>
            <a:rPr lang="en-CA" sz="1400" kern="1200"/>
            <a:t> Every source needs a simple data contract (what the data is, how fresh it is, who can use it, retention, and quality expectations). </a:t>
          </a:r>
        </a:p>
      </dsp:txBody>
      <dsp:txXfrm>
        <a:off x="0" y="485163"/>
        <a:ext cx="8176794" cy="484571"/>
      </dsp:txXfrm>
    </dsp:sp>
    <dsp:sp modelId="{70490322-6649-4842-AF51-C3B3EFC6E95E}">
      <dsp:nvSpPr>
        <dsp:cNvPr id="0" name=""/>
        <dsp:cNvSpPr/>
      </dsp:nvSpPr>
      <dsp:spPr>
        <a:xfrm>
          <a:off x="0" y="969735"/>
          <a:ext cx="8176794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F4AB18-9B5A-4388-82CC-4A8A7E585B37}">
      <dsp:nvSpPr>
        <dsp:cNvPr id="0" name=""/>
        <dsp:cNvSpPr/>
      </dsp:nvSpPr>
      <dsp:spPr>
        <a:xfrm>
          <a:off x="0" y="969735"/>
          <a:ext cx="8176794" cy="484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400" b="1" kern="1200"/>
            <a:t>Respect privacy at the edge.</a:t>
          </a:r>
          <a:r>
            <a:rPr lang="en-CA" sz="1400" kern="1200"/>
            <a:t> Apply consent and usage rules as close to the data source as possible.</a:t>
          </a:r>
        </a:p>
      </dsp:txBody>
      <dsp:txXfrm>
        <a:off x="0" y="969735"/>
        <a:ext cx="8176794" cy="484571"/>
      </dsp:txXfrm>
    </dsp:sp>
    <dsp:sp modelId="{823B50D0-83DD-4ABD-A2E8-6FE27A878974}">
      <dsp:nvSpPr>
        <dsp:cNvPr id="0" name=""/>
        <dsp:cNvSpPr/>
      </dsp:nvSpPr>
      <dsp:spPr>
        <a:xfrm>
          <a:off x="0" y="1454307"/>
          <a:ext cx="8176794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478574-0148-4EB0-B135-715B8BE67419}">
      <dsp:nvSpPr>
        <dsp:cNvPr id="0" name=""/>
        <dsp:cNvSpPr/>
      </dsp:nvSpPr>
      <dsp:spPr>
        <a:xfrm>
          <a:off x="0" y="1454307"/>
          <a:ext cx="8176794" cy="484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400" b="1" kern="1200"/>
            <a:t>Keep residency rules.</a:t>
          </a:r>
          <a:r>
            <a:rPr lang="en-CA" sz="1400" kern="1200"/>
            <a:t> Route data to the correct country/segment and don’t move it across segments without approval.</a:t>
          </a:r>
        </a:p>
      </dsp:txBody>
      <dsp:txXfrm>
        <a:off x="0" y="1454307"/>
        <a:ext cx="8176794" cy="484571"/>
      </dsp:txXfrm>
    </dsp:sp>
    <dsp:sp modelId="{8074E948-058F-46CA-AED1-C39AB405079B}">
      <dsp:nvSpPr>
        <dsp:cNvPr id="0" name=""/>
        <dsp:cNvSpPr/>
      </dsp:nvSpPr>
      <dsp:spPr>
        <a:xfrm>
          <a:off x="0" y="1938879"/>
          <a:ext cx="8176794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0A015E-C121-49AA-A0BA-5D1EAD4B13AF}">
      <dsp:nvSpPr>
        <dsp:cNvPr id="0" name=""/>
        <dsp:cNvSpPr/>
      </dsp:nvSpPr>
      <dsp:spPr>
        <a:xfrm>
          <a:off x="0" y="1938879"/>
          <a:ext cx="8176794" cy="484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400" b="1" kern="1200"/>
            <a:t>No shadow feeds.</a:t>
          </a:r>
          <a:r>
            <a:rPr lang="en-CA" sz="1400" kern="1200"/>
            <a:t> All connections to sources use approved connectors with approved contract and show up in monitoring.</a:t>
          </a:r>
        </a:p>
      </dsp:txBody>
      <dsp:txXfrm>
        <a:off x="0" y="1938879"/>
        <a:ext cx="8176794" cy="484571"/>
      </dsp:txXfrm>
    </dsp:sp>
    <dsp:sp modelId="{5A90A49F-575D-41D8-BD94-3D87E2A1640F}">
      <dsp:nvSpPr>
        <dsp:cNvPr id="0" name=""/>
        <dsp:cNvSpPr/>
      </dsp:nvSpPr>
      <dsp:spPr>
        <a:xfrm>
          <a:off x="0" y="2423451"/>
          <a:ext cx="8176794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E209B5-75C2-4696-AE0B-2B061B136690}">
      <dsp:nvSpPr>
        <dsp:cNvPr id="0" name=""/>
        <dsp:cNvSpPr/>
      </dsp:nvSpPr>
      <dsp:spPr>
        <a:xfrm>
          <a:off x="0" y="2423451"/>
          <a:ext cx="8176794" cy="484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400" b="1" i="0" kern="1200"/>
            <a:t>Metadata-First Design: </a:t>
          </a:r>
          <a:r>
            <a:rPr lang="en-CA" sz="1400" b="0" i="0" kern="1200"/>
            <a:t>Automatically tag all data with business and technical metadata at the point of creation for reuse and AI explainability.</a:t>
          </a:r>
          <a:endParaRPr lang="en-CA" sz="1400" b="0" kern="1200"/>
        </a:p>
      </dsp:txBody>
      <dsp:txXfrm>
        <a:off x="0" y="2423451"/>
        <a:ext cx="8176794" cy="484571"/>
      </dsp:txXfrm>
    </dsp:sp>
    <dsp:sp modelId="{4E5AD04F-E08B-4EAF-9031-DEDC3B25F549}">
      <dsp:nvSpPr>
        <dsp:cNvPr id="0" name=""/>
        <dsp:cNvSpPr/>
      </dsp:nvSpPr>
      <dsp:spPr>
        <a:xfrm>
          <a:off x="0" y="2908022"/>
          <a:ext cx="8176794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15D561-AC99-4198-B64C-F3338430AEE5}">
      <dsp:nvSpPr>
        <dsp:cNvPr id="0" name=""/>
        <dsp:cNvSpPr/>
      </dsp:nvSpPr>
      <dsp:spPr>
        <a:xfrm>
          <a:off x="0" y="2908022"/>
          <a:ext cx="8176794" cy="484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400" b="1" i="0" kern="1200"/>
            <a:t>Domain-Aligned Classification: </a:t>
          </a:r>
          <a:r>
            <a:rPr lang="en-CA" sz="1400" b="0" i="0" kern="1200"/>
            <a:t>Label data based on business domains to support reuse, governance, and discovery.</a:t>
          </a:r>
        </a:p>
      </dsp:txBody>
      <dsp:txXfrm>
        <a:off x="0" y="2908022"/>
        <a:ext cx="8176794" cy="484571"/>
      </dsp:txXfrm>
    </dsp:sp>
    <dsp:sp modelId="{76730BAD-3648-4D14-BC56-032AF9F01B6F}">
      <dsp:nvSpPr>
        <dsp:cNvPr id="0" name=""/>
        <dsp:cNvSpPr/>
      </dsp:nvSpPr>
      <dsp:spPr>
        <a:xfrm>
          <a:off x="0" y="3392594"/>
          <a:ext cx="8176794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D9C5B0-76ED-49F4-B280-2277DC26BAC7}">
      <dsp:nvSpPr>
        <dsp:cNvPr id="0" name=""/>
        <dsp:cNvSpPr/>
      </dsp:nvSpPr>
      <dsp:spPr>
        <a:xfrm>
          <a:off x="0" y="3392594"/>
          <a:ext cx="8176794" cy="484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400" b="1" i="0" kern="1200"/>
            <a:t>Embedded Lineage Tracking: </a:t>
          </a:r>
          <a:r>
            <a:rPr lang="en-CA" sz="1400" b="0" i="0" kern="1200"/>
            <a:t>Capture and visualise data origin and flow to support audit, compliance, and AI readiness.</a:t>
          </a:r>
        </a:p>
      </dsp:txBody>
      <dsp:txXfrm>
        <a:off x="0" y="3392594"/>
        <a:ext cx="8176794" cy="484571"/>
      </dsp:txXfrm>
    </dsp:sp>
    <dsp:sp modelId="{31539363-2883-4676-87C1-0E5DB0B366CE}">
      <dsp:nvSpPr>
        <dsp:cNvPr id="0" name=""/>
        <dsp:cNvSpPr/>
      </dsp:nvSpPr>
      <dsp:spPr>
        <a:xfrm>
          <a:off x="0" y="3877166"/>
          <a:ext cx="8176794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072A44-2746-4DA7-817F-F9E0EED6C8DA}">
      <dsp:nvSpPr>
        <dsp:cNvPr id="0" name=""/>
        <dsp:cNvSpPr/>
      </dsp:nvSpPr>
      <dsp:spPr>
        <a:xfrm>
          <a:off x="0" y="3877166"/>
          <a:ext cx="8176794" cy="484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400" b="1" i="0" kern="1200">
              <a:highlight>
                <a:srgbClr val="FFFF00"/>
              </a:highlight>
            </a:rPr>
            <a:t>Automated</a:t>
          </a:r>
          <a:r>
            <a:rPr lang="en-CA" sz="1400" b="1" i="0" kern="1200"/>
            <a:t> Discovery Enablement: </a:t>
          </a:r>
          <a:r>
            <a:rPr lang="en-CA" sz="1400" b="0" i="0" kern="1200"/>
            <a:t>Enable cataloguing tools to scan and index new data assets across structured and unstructured sources, and sources should allow discoverability of their datasets</a:t>
          </a:r>
        </a:p>
      </dsp:txBody>
      <dsp:txXfrm>
        <a:off x="0" y="3877166"/>
        <a:ext cx="8176794" cy="484571"/>
      </dsp:txXfrm>
    </dsp:sp>
    <dsp:sp modelId="{E0618C65-AD6D-4F99-A68A-360A91C4C2F2}">
      <dsp:nvSpPr>
        <dsp:cNvPr id="0" name=""/>
        <dsp:cNvSpPr/>
      </dsp:nvSpPr>
      <dsp:spPr>
        <a:xfrm>
          <a:off x="0" y="4361738"/>
          <a:ext cx="8176794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1539A5-DE97-4BE8-9271-AF922932DD01}">
      <dsp:nvSpPr>
        <dsp:cNvPr id="0" name=""/>
        <dsp:cNvSpPr/>
      </dsp:nvSpPr>
      <dsp:spPr>
        <a:xfrm>
          <a:off x="0" y="4361738"/>
          <a:ext cx="8176794" cy="484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400" b="1" i="0" kern="1200">
              <a:highlight>
                <a:srgbClr val="FFFF00"/>
              </a:highlight>
            </a:rPr>
            <a:t>Standardised</a:t>
          </a:r>
          <a:r>
            <a:rPr lang="en-CA" sz="1400" b="1" i="0" kern="1200"/>
            <a:t> Naming and Format: </a:t>
          </a:r>
          <a:r>
            <a:rPr lang="en-CA" sz="1400" b="0" i="0" kern="1200"/>
            <a:t>Use consistent names and labels to make data easy to find, understand, and integrate aligned to defined enterprise data standards.</a:t>
          </a:r>
        </a:p>
      </dsp:txBody>
      <dsp:txXfrm>
        <a:off x="0" y="4361738"/>
        <a:ext cx="8176794" cy="4845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444B6-C587-4E9F-B629-10474565FD7B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C8513-1CA2-4E61-94ED-AE7D2B383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46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2869D-978A-54FE-1534-1CF684156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A3F5E6-EBE8-7AC6-B675-9A687D015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FDEA89-CADE-FEAA-6B77-7EFDC06AC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21EF4-4FC1-E7E5-47BA-67694D030E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5C8513-1CA2-4E61-94ED-AE7D2B3833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2275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5AE79-0475-8EAE-A658-C75E7F840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0187C4-945F-55A6-8903-063A02A1B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8447D-6BD0-57AB-5706-D871B8D1F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AD80A-E776-BCA6-BD56-7A67D0040A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5C8513-1CA2-4E61-94ED-AE7D2B3833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2006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36B6-FFE3-4DE7-A79B-C7DF77E06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48" y="2715768"/>
            <a:ext cx="11430000" cy="2286000"/>
          </a:xfrm>
        </p:spPr>
        <p:txBody>
          <a:bodyPr anchor="t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6669B-BD66-4AFB-9C56-B2FE309E9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3480"/>
            <a:ext cx="11430000" cy="70014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C0F52C-81EE-426E-A6DD-0C8B7B101834}"/>
              </a:ext>
            </a:extLst>
          </p:cNvPr>
          <p:cNvSpPr>
            <a:spLocks noGrp="1" noChangeAspect="1"/>
          </p:cNvSpPr>
          <p:nvPr>
            <p:ph type="dt" sz="half" idx="10"/>
          </p:nvPr>
        </p:nvSpPr>
        <p:spPr>
          <a:xfrm>
            <a:off x="384048" y="0"/>
            <a:ext cx="1371600" cy="1371600"/>
          </a:xfrm>
          <a:solidFill>
            <a:schemeClr val="tx2"/>
          </a:solidFill>
        </p:spPr>
        <p:txBody>
          <a:bodyPr lIns="91440" tIns="91440" rIns="91440" bIns="9144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789B16E0-7574-3144-A834-085CC456564D}" type="datetime4">
              <a:rPr lang="en-CA" smtClean="0"/>
              <a:t>August 10,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87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36B6-FFE3-4DE7-A79B-C7DF77E06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7753" y="2501439"/>
            <a:ext cx="4128248" cy="2286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6669B-BD66-4AFB-9C56-B2FE309E9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7753" y="4983480"/>
            <a:ext cx="4128248" cy="70014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C0F52C-81EE-426E-A6DD-0C8B7B101834}"/>
              </a:ext>
            </a:extLst>
          </p:cNvPr>
          <p:cNvSpPr>
            <a:spLocks noGrp="1" noChangeAspect="1"/>
          </p:cNvSpPr>
          <p:nvPr>
            <p:ph type="dt" sz="half" idx="10"/>
          </p:nvPr>
        </p:nvSpPr>
        <p:spPr>
          <a:xfrm>
            <a:off x="384048" y="0"/>
            <a:ext cx="1371600" cy="1371600"/>
          </a:xfrm>
          <a:solidFill>
            <a:schemeClr val="tx2"/>
          </a:solidFill>
        </p:spPr>
        <p:txBody>
          <a:bodyPr lIns="91440" tIns="91440" rIns="91440" bIns="9144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6598D667-0AA1-7E4C-9EF4-19E6CD93EC22}" type="datetime4">
              <a:rPr lang="en-CA" smtClean="0"/>
              <a:t>August 10,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625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ith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D008935-A73A-4449-92D6-12BCF20AEC9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755648" y="1371600"/>
            <a:ext cx="4538790" cy="4537424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E36B6-FFE3-4DE7-A79B-C7DF77E06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8374" y="2114401"/>
            <a:ext cx="5000713" cy="1813418"/>
          </a:xfr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58AE939-8E03-4C31-9D66-970A23FF8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8375" y="4154873"/>
            <a:ext cx="5009626" cy="70014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FD0DC7B5-8BAB-4E77-9FE9-D37D81327091}"/>
              </a:ext>
            </a:extLst>
          </p:cNvPr>
          <p:cNvSpPr>
            <a:spLocks noGrp="1" noChangeAspect="1"/>
          </p:cNvSpPr>
          <p:nvPr>
            <p:ph type="dt" sz="half" idx="11"/>
          </p:nvPr>
        </p:nvSpPr>
        <p:spPr>
          <a:xfrm>
            <a:off x="384048" y="0"/>
            <a:ext cx="1371600" cy="1371600"/>
          </a:xfrm>
          <a:solidFill>
            <a:schemeClr val="tx2"/>
          </a:solidFill>
        </p:spPr>
        <p:txBody>
          <a:bodyPr lIns="91440" tIns="91440" rIns="91440" bIns="9144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7D998D23-BDFF-2B4C-B508-2E8115E8CECA}" type="datetime4">
              <a:rPr lang="en-CA" smtClean="0"/>
              <a:t>August 10,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226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36B6-FFE3-4DE7-A79B-C7DF77E06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48" y="2715768"/>
            <a:ext cx="11430000" cy="2286000"/>
          </a:xfrm>
        </p:spPr>
        <p:txBody>
          <a:bodyPr anchor="t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6669B-BD66-4AFB-9C56-B2FE309E9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3480"/>
            <a:ext cx="11430000" cy="70014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C0F52C-81EE-426E-A6DD-0C8B7B101834}"/>
              </a:ext>
            </a:extLst>
          </p:cNvPr>
          <p:cNvSpPr>
            <a:spLocks noGrp="1" noChangeAspect="1"/>
          </p:cNvSpPr>
          <p:nvPr>
            <p:ph type="dt" sz="half" idx="10"/>
          </p:nvPr>
        </p:nvSpPr>
        <p:spPr>
          <a:xfrm>
            <a:off x="384048" y="0"/>
            <a:ext cx="1371600" cy="1371600"/>
          </a:xfrm>
          <a:solidFill>
            <a:schemeClr val="tx2"/>
          </a:solidFill>
        </p:spPr>
        <p:txBody>
          <a:bodyPr lIns="91440" tIns="91440" rIns="91440" bIns="9144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587C883A-DDD3-0345-A3D7-B6E4E14FBC90}" type="datetime4">
              <a:rPr lang="en-CA" smtClean="0"/>
              <a:t>August 10,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457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 - 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36B6-FFE3-4DE7-A79B-C7DF77E06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7753" y="2501439"/>
            <a:ext cx="4128248" cy="2286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6669B-BD66-4AFB-9C56-B2FE309E9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7753" y="4983480"/>
            <a:ext cx="4128248" cy="70014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C0F52C-81EE-426E-A6DD-0C8B7B101834}"/>
              </a:ext>
            </a:extLst>
          </p:cNvPr>
          <p:cNvSpPr>
            <a:spLocks noGrp="1" noChangeAspect="1"/>
          </p:cNvSpPr>
          <p:nvPr>
            <p:ph type="dt" sz="half" idx="10"/>
          </p:nvPr>
        </p:nvSpPr>
        <p:spPr>
          <a:xfrm>
            <a:off x="384048" y="0"/>
            <a:ext cx="1371600" cy="1371600"/>
          </a:xfrm>
          <a:solidFill>
            <a:schemeClr val="tx2"/>
          </a:solidFill>
        </p:spPr>
        <p:txBody>
          <a:bodyPr lIns="91440" tIns="91440" rIns="91440" bIns="9144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1FEC69D-6B77-7243-AFF5-BE7D32EB03D0}" type="datetime4">
              <a:rPr lang="en-CA" smtClean="0"/>
              <a:t>August 10,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799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Statement with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D008935-A73A-4449-92D6-12BCF20AEC9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755648" y="1371600"/>
            <a:ext cx="4538790" cy="4537424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E36B6-FFE3-4DE7-A79B-C7DF77E06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8374" y="2114401"/>
            <a:ext cx="5000713" cy="1813418"/>
          </a:xfr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58AE939-8E03-4C31-9D66-970A23FF8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8375" y="4154873"/>
            <a:ext cx="5009626" cy="70014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FD0DC7B5-8BAB-4E77-9FE9-D37D81327091}"/>
              </a:ext>
            </a:extLst>
          </p:cNvPr>
          <p:cNvSpPr>
            <a:spLocks noGrp="1" noChangeAspect="1"/>
          </p:cNvSpPr>
          <p:nvPr>
            <p:ph type="dt" sz="half" idx="11"/>
          </p:nvPr>
        </p:nvSpPr>
        <p:spPr>
          <a:xfrm>
            <a:off x="384048" y="0"/>
            <a:ext cx="1371600" cy="1371600"/>
          </a:xfrm>
          <a:solidFill>
            <a:schemeClr val="tx2"/>
          </a:solidFill>
        </p:spPr>
        <p:txBody>
          <a:bodyPr lIns="91440" tIns="91440" rIns="91440" bIns="9144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E6E4D90B-7E20-C048-A251-4E50DBEF6307}" type="datetime4">
              <a:rPr lang="en-CA" smtClean="0"/>
              <a:t>August 10,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90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D008935-A73A-4449-92D6-12BCF20AEC9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0" y="0"/>
            <a:ext cx="12192000" cy="6254496"/>
          </a:xfrm>
          <a:solidFill>
            <a:schemeClr val="bg2"/>
          </a:solidFill>
        </p:spPr>
        <p:txBody>
          <a:bodyPr wrap="non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82AFEBB-BCB0-46C2-BCCD-B894557C471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3E94821-C8B9-7A49-8A1A-A574D6304ACF}" type="datetime4">
              <a:rPr lang="en-CA" smtClean="0"/>
              <a:t>August 10, 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14B59BC-6F59-44F6-865C-5D73C67871D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A5DA748-59EA-4E36-B955-E105B32320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E36B6-FFE3-4DE7-A79B-C7DF77E06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5647" y="1374775"/>
            <a:ext cx="4064000" cy="4064000"/>
          </a:xfrm>
          <a:solidFill>
            <a:schemeClr val="bg1">
              <a:alpha val="93000"/>
            </a:schemeClr>
          </a:solidFill>
        </p:spPr>
        <p:txBody>
          <a:bodyPr lIns="274320" tIns="274320" rIns="274320" bIns="274320" anchor="b">
            <a:norm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0E10410-993C-449B-A55D-C84ED3802C3D}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>
          <a:xfrm>
            <a:off x="384047" y="-1905"/>
            <a:ext cx="1371600" cy="1371600"/>
          </a:xfrm>
          <a:solidFill>
            <a:schemeClr val="tx2"/>
          </a:solidFill>
        </p:spPr>
        <p:txBody>
          <a:bodyPr lIns="91440" tIns="91440" rIns="91440" bIns="91440" anchor="b">
            <a:normAutofit/>
          </a:bodyPr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900">
                <a:solidFill>
                  <a:schemeClr val="bg1"/>
                </a:solidFill>
              </a:defRPr>
            </a:lvl2pPr>
            <a:lvl3pPr marL="914400" indent="0" algn="ctr">
              <a:buNone/>
              <a:defRPr sz="900">
                <a:solidFill>
                  <a:schemeClr val="bg1"/>
                </a:solidFill>
              </a:defRPr>
            </a:lvl3pPr>
            <a:lvl4pPr marL="1371600" indent="0" algn="ctr">
              <a:buNone/>
              <a:defRPr sz="900">
                <a:solidFill>
                  <a:schemeClr val="bg1"/>
                </a:solidFill>
              </a:defRPr>
            </a:lvl4pPr>
            <a:lvl5pPr marL="1828800" indent="0" algn="ctr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0644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ictur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D008935-A73A-4449-92D6-12BCF20AEC9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755648" y="1371600"/>
            <a:ext cx="4544568" cy="4544568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E36B6-FFE3-4DE7-A79B-C7DF77E06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20" y="1435545"/>
            <a:ext cx="5129784" cy="857250"/>
          </a:xfrm>
        </p:spPr>
        <p:txBody>
          <a:bodyPr anchor="b">
            <a:normAutofit/>
          </a:bodyPr>
          <a:lstStyle>
            <a:lvl1pPr algn="l"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4694F1-51CC-436E-BC18-35F2B5ACF5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423159"/>
            <a:ext cx="5129784" cy="349787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E7FE4F7-337B-42FA-8ADE-F89909039F87}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>
          <a:xfrm>
            <a:off x="384047" y="-1905"/>
            <a:ext cx="1371600" cy="1371600"/>
          </a:xfrm>
          <a:solidFill>
            <a:schemeClr val="tx2"/>
          </a:solidFill>
        </p:spPr>
        <p:txBody>
          <a:bodyPr lIns="91440" tIns="91440" rIns="91440" bIns="91440" anchor="b">
            <a:normAutofit/>
          </a:bodyPr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900">
                <a:solidFill>
                  <a:schemeClr val="bg1"/>
                </a:solidFill>
              </a:defRPr>
            </a:lvl2pPr>
            <a:lvl3pPr marL="914400" indent="0" algn="ctr">
              <a:buNone/>
              <a:defRPr sz="900">
                <a:solidFill>
                  <a:schemeClr val="bg1"/>
                </a:solidFill>
              </a:defRPr>
            </a:lvl3pPr>
            <a:lvl4pPr marL="1371600" indent="0" algn="ctr">
              <a:buNone/>
              <a:defRPr sz="900">
                <a:solidFill>
                  <a:schemeClr val="bg1"/>
                </a:solidFill>
              </a:defRPr>
            </a:lvl4pPr>
            <a:lvl5pPr marL="1828800" indent="0" algn="ctr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FDD46C-A566-49B2-A318-226843D04D5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4CEEE38-8333-D649-BADD-CE48E5DE2105}" type="datetime4">
              <a:rPr lang="en-CA" smtClean="0"/>
              <a:t>August 10, 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B7C9032-4AEB-485D-919C-03DC0C7F494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4BA98A5-9D78-40E5-BB3F-05201E69D87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46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E07F-ADCB-4879-ADBB-94F04C86A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F00D4C4-5920-4E4C-B44B-E524B2BA698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A4E9BB0-5978-FE42-A864-85AA601F6DC7}" type="datetime4">
              <a:rPr lang="en-CA" smtClean="0"/>
              <a:t>August 10, 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0FAB686-89E6-43A6-9874-8E3BA3735B1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83A1A4-F005-47B5-B97D-30454D5A20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5E00A381-F436-6B42-B794-70716C6F547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09019" y="1525979"/>
            <a:ext cx="3786554" cy="3786554"/>
          </a:xfrm>
          <a:solidFill>
            <a:schemeClr val="bg2"/>
          </a:solidFill>
        </p:spPr>
        <p:txBody>
          <a:bodyPr anchor="ctr">
            <a:normAutofit/>
          </a:bodyPr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E35002E-5EE0-C34D-B6DB-B536DC883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73523" y="1531915"/>
            <a:ext cx="7199344" cy="1053465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AA487CB-7252-9D4F-94FC-B5CE56708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73523" y="2739749"/>
            <a:ext cx="7212505" cy="311478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726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ICTURE with maple lea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6E90B317-D5B3-43D3-8914-DF4269D55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1DB0B-326C-5641-A032-9D8BE458CF8C}" type="datetime4">
              <a:rPr lang="en-CA" smtClean="0"/>
              <a:t>August 10, 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D5AAA70-8031-4D41-AC24-D112D9CB0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D310E4B-2F0B-4312-8F90-47DC70B61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81205B-C4F9-054D-B56F-92D1A4954001}"/>
              </a:ext>
            </a:extLst>
          </p:cNvPr>
          <p:cNvSpPr>
            <a:spLocks noChangeAspect="1"/>
          </p:cNvSpPr>
          <p:nvPr userDrawn="1"/>
        </p:nvSpPr>
        <p:spPr>
          <a:xfrm>
            <a:off x="4679105" y="4719638"/>
            <a:ext cx="972516" cy="972516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92000" bIns="182880" rtlCol="0" anchor="t">
            <a:normAutofit/>
          </a:bodyPr>
          <a:lstStyle/>
          <a:p>
            <a:pPr algn="l"/>
            <a:endParaRPr lang="en-US" sz="2400" err="1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6D31D861-12F6-BC4E-8A23-45CB3AB9969F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61898" y="906450"/>
            <a:ext cx="3810115" cy="3808969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FBEFF5F-E5C6-3543-812D-058A783AE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260769" y="985650"/>
            <a:ext cx="6495802" cy="1053465"/>
          </a:xfrm>
        </p:spPr>
        <p:txBody>
          <a:bodyPr anchor="b">
            <a:normAutofit/>
          </a:bodyPr>
          <a:lstStyle>
            <a:lvl1pPr marL="0" indent="0">
              <a:buNone/>
              <a:defRPr sz="32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F4B5D28E-A7EA-5A49-9C08-EF6AC64271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248894" y="2157859"/>
            <a:ext cx="6507677" cy="198663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130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FDD46C-A566-49B2-A318-226843D04D5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43B0A50-C8C7-E741-ADFA-041CD9023ADC}" type="datetime4">
              <a:rPr lang="en-CA" smtClean="0"/>
              <a:t>August 10, 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B7C9032-4AEB-485D-919C-03DC0C7F494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4BA98A5-9D78-40E5-BB3F-05201E69D87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FE66771-C028-8141-8C85-0B4FE1834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906078" y="771896"/>
            <a:ext cx="7897995" cy="508264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76655-1892-8542-A008-BC37BD2B90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7883" y="787782"/>
            <a:ext cx="3044522" cy="3045600"/>
          </a:xfrm>
          <a:solidFill>
            <a:schemeClr val="tx2"/>
          </a:solidFill>
        </p:spPr>
        <p:txBody>
          <a:bodyPr lIns="288000" tIns="288000" rIns="288000" bIns="288000" anchor="b" anchorCtr="0"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975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E07F-ADCB-4879-ADBB-94F04C86A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183FDF11-03E0-40A5-BFCA-F6B60D09960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84048" y="1298448"/>
            <a:ext cx="11430000" cy="4727448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F00D4C4-5920-4E4C-B44B-E524B2BA698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1D4DC2-C20D-864D-9EE4-AAE126582388}" type="datetime4">
              <a:rPr lang="en-CA" smtClean="0"/>
              <a:t>August 10, 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0FAB686-89E6-43A6-9874-8E3BA3735B1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83A1A4-F005-47B5-B97D-30454D5A20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93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E07F-ADCB-4879-ADBB-94F04C86A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6A5A7-3710-4177-9FD0-325381615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7" y="1298448"/>
            <a:ext cx="11420858" cy="4727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8F6833B-8495-484F-968E-3B2854108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F102-085E-344C-86B8-104E077FAC5E}" type="datetime4">
              <a:rPr lang="en-CA" smtClean="0"/>
              <a:t>August 10, 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FFF37B0-AC29-4042-AC96-7599D212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31F9BA5-9E19-486A-A62B-135326498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955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E07F-ADCB-4879-ADBB-94F04C86A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6A5A7-3710-4177-9FD0-325381615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33430D5-A340-4E15-B946-0AD7AFBF0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CA2B0-EB47-0D42-B63B-2F144143D7D3}" type="datetime4">
              <a:rPr lang="en-CA" smtClean="0"/>
              <a:t>August 10, 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2ACA458-9E60-44C4-93CE-B2EB998CE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17D0231-8B96-49A0-ABCC-87EA1B0AF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80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E07F-ADCB-4879-ADBB-94F04C86A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9" y="309282"/>
            <a:ext cx="10234646" cy="6051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6A5A7-3710-4177-9FD0-325381615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7D4FC8D-CFB1-4961-A0E5-B477488ECC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71856" y="3175"/>
            <a:ext cx="914400" cy="911225"/>
          </a:xfrm>
          <a:noFill/>
        </p:spPr>
        <p:txBody>
          <a:bodyPr lIns="91440" tIns="91440" rIns="91440" bIns="91440" anchor="b">
            <a:normAutofit/>
          </a:bodyPr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900">
                <a:solidFill>
                  <a:schemeClr val="bg1"/>
                </a:solidFill>
              </a:defRPr>
            </a:lvl2pPr>
            <a:lvl3pPr marL="914400" indent="0" algn="ctr">
              <a:buNone/>
              <a:defRPr sz="900">
                <a:solidFill>
                  <a:schemeClr val="bg1"/>
                </a:solidFill>
              </a:defRPr>
            </a:lvl3pPr>
            <a:lvl4pPr marL="1371600" indent="0" algn="ctr">
              <a:buNone/>
              <a:defRPr sz="900">
                <a:solidFill>
                  <a:schemeClr val="bg1"/>
                </a:solidFill>
              </a:defRPr>
            </a:lvl4pPr>
            <a:lvl5pPr marL="1828800" indent="0" algn="ctr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B797EA4-89E9-4F1F-AB27-565A02A0812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9DF5DEC-B463-F34F-AC91-19961737DE82}" type="datetime4">
              <a:rPr lang="en-CA" smtClean="0"/>
              <a:t>August 10, 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06BA3A7-47F3-45F6-8375-623FFEADE67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FFAC0CB-321F-4A61-AB01-296BAEA35F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513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ED4B9-844B-481A-901D-4FD67391B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74" y="1086929"/>
            <a:ext cx="11420729" cy="2342072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1DCEF-4DE5-40BD-9FE1-433E30AAA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174" y="4724569"/>
            <a:ext cx="11420729" cy="136508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E5A25-1EB5-41AC-993B-DA0B711D5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3FD0-D5C5-F446-BA5D-0C4B171E6456}" type="datetime4">
              <a:rPr lang="en-CA" smtClean="0"/>
              <a:t>August 10,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CAD86-ED3E-47C7-BA0D-6BF957312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6FC48-EC1A-434A-B52C-A94DA2CCC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27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ED4B9-844B-481A-901D-4FD67391B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74" y="1086929"/>
            <a:ext cx="11420729" cy="2342072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1DCEF-4DE5-40BD-9FE1-433E30AAA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174" y="4724569"/>
            <a:ext cx="11420729" cy="136508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0A562-A9EC-4275-8D40-0940A460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91AB8-4A44-ED4A-BAA9-E9A4297BD58B}" type="datetime4">
              <a:rPr lang="en-CA" smtClean="0"/>
              <a:t>August 10,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15255-D2A3-46A3-9AD7-B19094DFF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87673-9CF7-426A-85BE-919F529E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6220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13282-AD49-4621-B10F-F1C1C20EA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27F03-B746-4206-AC6E-604245BD8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4047" y="1298448"/>
            <a:ext cx="5577840" cy="48051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0138A-CD2E-4629-9FCE-75FB15429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98448"/>
            <a:ext cx="5577840" cy="48051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EE04010-43D9-4C1A-A916-97B780F47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3169-DE50-804B-B118-4187AADB4138}" type="datetime4">
              <a:rPr lang="en-CA" smtClean="0"/>
              <a:t>August 10, 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6121DD1-65DF-450D-8899-B9CCCFF45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2E6D15C-BA30-4176-AEF5-FEFB81BD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382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13282-AD49-4621-B10F-F1C1C20EA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09282"/>
            <a:ext cx="10234646" cy="6051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27F03-B746-4206-AC6E-604245BD8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4047" y="1298448"/>
            <a:ext cx="5577840" cy="48051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0138A-CD2E-4629-9FCE-75FB15429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98448"/>
            <a:ext cx="5577840" cy="48051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10A01740-C1E5-478B-8A3D-90FEEC6087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72216" y="3175"/>
            <a:ext cx="914400" cy="911225"/>
          </a:xfrm>
          <a:noFill/>
        </p:spPr>
        <p:txBody>
          <a:bodyPr lIns="91440" tIns="91440" rIns="91440" bIns="91440" anchor="b">
            <a:normAutofit/>
          </a:bodyPr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900">
                <a:solidFill>
                  <a:schemeClr val="bg1"/>
                </a:solidFill>
              </a:defRPr>
            </a:lvl2pPr>
            <a:lvl3pPr marL="914400" indent="0" algn="ctr">
              <a:buNone/>
              <a:defRPr sz="900">
                <a:solidFill>
                  <a:schemeClr val="bg1"/>
                </a:solidFill>
              </a:defRPr>
            </a:lvl3pPr>
            <a:lvl4pPr marL="1371600" indent="0" algn="ctr">
              <a:buNone/>
              <a:defRPr sz="900">
                <a:solidFill>
                  <a:schemeClr val="bg1"/>
                </a:solidFill>
              </a:defRPr>
            </a:lvl4pPr>
            <a:lvl5pPr marL="1828800" indent="0" algn="ctr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701010F-E080-42B8-A61A-AEF4A86A49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958BC7D-C48D-B342-A772-84792FB3671A}" type="datetime4">
              <a:rPr lang="en-CA" smtClean="0"/>
              <a:t>August 10, 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46CA2BF-D1A4-4184-9064-093CA3FB9FC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659BA70-203A-4240-A263-A2ECEF9D42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0776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735CF-D95C-40DA-81C8-78A8EE2BF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6" y="1143953"/>
            <a:ext cx="55778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B630D-AB45-4AB4-A735-78668B628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4046" y="2086608"/>
            <a:ext cx="5577840" cy="4028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BB0A25-DE4F-4426-9983-567310E522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143953"/>
            <a:ext cx="55778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5E150C-F172-4212-848B-D99E37AC7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086608"/>
            <a:ext cx="5577840" cy="4028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202358-E0C0-45A3-A206-BE2E6FD21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8952C853-9EFE-4F60-BAC5-120852F5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E023D-C911-4540-8F93-851DBC647AD7}" type="datetime4">
              <a:rPr lang="en-CA" smtClean="0"/>
              <a:t>August 10, 2026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A708594-B379-44C4-B1CC-64C3F079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7E36EAD-166B-44EF-A4CC-11F738D98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6985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735CF-D95C-40DA-81C8-78A8EE2BF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6" y="1143953"/>
            <a:ext cx="55778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B630D-AB45-4AB4-A735-78668B628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4046" y="2086608"/>
            <a:ext cx="5577840" cy="4028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BB0A25-DE4F-4426-9983-567310E522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143953"/>
            <a:ext cx="55778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5E150C-F172-4212-848B-D99E37AC7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086608"/>
            <a:ext cx="5577840" cy="4028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202358-E0C0-45A3-A206-BE2E6FD21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09282"/>
            <a:ext cx="10234646" cy="6051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D098C024-FBCD-4933-8C05-6AE2DBEED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72216" y="3175"/>
            <a:ext cx="914400" cy="911225"/>
          </a:xfrm>
          <a:noFill/>
        </p:spPr>
        <p:txBody>
          <a:bodyPr lIns="91440" tIns="91440" rIns="91440" bIns="91440" anchor="b">
            <a:normAutofit/>
          </a:bodyPr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900">
                <a:solidFill>
                  <a:schemeClr val="bg1"/>
                </a:solidFill>
              </a:defRPr>
            </a:lvl2pPr>
            <a:lvl3pPr marL="914400" indent="0" algn="ctr">
              <a:buNone/>
              <a:defRPr sz="900">
                <a:solidFill>
                  <a:schemeClr val="bg1"/>
                </a:solidFill>
              </a:defRPr>
            </a:lvl3pPr>
            <a:lvl4pPr marL="1371600" indent="0" algn="ctr">
              <a:buNone/>
              <a:defRPr sz="900">
                <a:solidFill>
                  <a:schemeClr val="bg1"/>
                </a:solidFill>
              </a:defRPr>
            </a:lvl4pPr>
            <a:lvl5pPr marL="1828800" indent="0" algn="ctr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6CB57719-8279-4B77-92B2-062C11F2254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35A008A-B6A9-9844-8C07-AE6096030FFA}" type="datetime4">
              <a:rPr lang="en-CA" smtClean="0"/>
              <a:t>August 10, 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304BED31-5321-46B8-8926-895AB433262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A5151B0-254B-431D-B9ED-6C852735EB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952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DDA1-A969-4C82-9A0D-55A52859A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09282"/>
            <a:ext cx="11420856" cy="6051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92A9FBA-C7CA-4042-9854-01B78CA80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F23CA-927E-A440-B2DF-DB721741A8B8}" type="datetime4">
              <a:rPr lang="en-CA" smtClean="0"/>
              <a:t>August 10, 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0311997-B16B-4E35-B71E-3ED769B7C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D3E4CB-9E65-447D-B78E-891C1F97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8539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6E90B317-D5B3-43D3-8914-DF4269D55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F1294-6578-8746-B131-8FD554020542}" type="datetime4">
              <a:rPr lang="en-CA" smtClean="0"/>
              <a:t>August 10, 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D5AAA70-8031-4D41-AC24-D112D9CB0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D310E4B-2F0B-4312-8F90-47DC70B61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BCA5B08-EABF-E24E-8C10-24EDBECBE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09282"/>
            <a:ext cx="11420856" cy="6051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83138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DDA1-A969-4C82-9A0D-55A52859A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09282"/>
            <a:ext cx="10234646" cy="6051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48E5FB59-C14A-433C-B2C4-D64F8AF8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72216" y="3175"/>
            <a:ext cx="914400" cy="911225"/>
          </a:xfrm>
          <a:noFill/>
        </p:spPr>
        <p:txBody>
          <a:bodyPr lIns="91440" tIns="91440" rIns="91440" bIns="91440" anchor="b">
            <a:normAutofit/>
          </a:bodyPr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900">
                <a:solidFill>
                  <a:schemeClr val="bg1"/>
                </a:solidFill>
              </a:defRPr>
            </a:lvl2pPr>
            <a:lvl3pPr marL="914400" indent="0" algn="ctr">
              <a:buNone/>
              <a:defRPr sz="900">
                <a:solidFill>
                  <a:schemeClr val="bg1"/>
                </a:solidFill>
              </a:defRPr>
            </a:lvl3pPr>
            <a:lvl4pPr marL="1371600" indent="0" algn="ctr">
              <a:buNone/>
              <a:defRPr sz="900">
                <a:solidFill>
                  <a:schemeClr val="bg1"/>
                </a:solidFill>
              </a:defRPr>
            </a:lvl4pPr>
            <a:lvl5pPr marL="1828800" indent="0" algn="ctr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1802C7F8-F46F-423F-9ACB-C7DD5A73AA6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8A120E-C3BD-2342-8931-4D68EAE6A3D6}" type="datetime4">
              <a:rPr lang="en-CA" smtClean="0"/>
              <a:t>August 10, 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765A0D9-57B0-4E6F-A4C8-374C155225E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CC9A69E-B9E5-4CF3-8DCA-5D7D8324EA4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918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8A5E3F0-F553-4E6F-B3E3-FF4A3E0AD8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72216" y="3175"/>
            <a:ext cx="914400" cy="911225"/>
          </a:xfrm>
          <a:noFill/>
        </p:spPr>
        <p:txBody>
          <a:bodyPr lIns="91440" tIns="91440" rIns="91440" bIns="91440" anchor="b">
            <a:normAutofit/>
          </a:bodyPr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900">
                <a:solidFill>
                  <a:schemeClr val="bg1"/>
                </a:solidFill>
              </a:defRPr>
            </a:lvl2pPr>
            <a:lvl3pPr marL="914400" indent="0" algn="ctr">
              <a:buNone/>
              <a:defRPr sz="900">
                <a:solidFill>
                  <a:schemeClr val="bg1"/>
                </a:solidFill>
              </a:defRPr>
            </a:lvl3pPr>
            <a:lvl4pPr marL="1371600" indent="0" algn="ctr">
              <a:buNone/>
              <a:defRPr sz="900">
                <a:solidFill>
                  <a:schemeClr val="bg1"/>
                </a:solidFill>
              </a:defRPr>
            </a:lvl4pPr>
            <a:lvl5pPr marL="1828800" indent="0" algn="ctr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28C3D5D3-581E-4DEB-9E8E-FA2F796CC71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1D47E5F-CD3E-E24C-9D4D-E5026CFCA943}" type="datetime4">
              <a:rPr lang="en-CA" smtClean="0"/>
              <a:t>August 10, 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A10F4B48-18D1-4431-BD82-6E2385929B6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87909A7-C2C9-44F0-A761-61F142DB19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662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CE563A7-F739-3F24-4E04-52271925A4B3}"/>
              </a:ext>
            </a:extLst>
          </p:cNvPr>
          <p:cNvSpPr/>
          <p:nvPr userDrawn="1"/>
        </p:nvSpPr>
        <p:spPr>
          <a:xfrm>
            <a:off x="0" y="0"/>
            <a:ext cx="1229452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0FF72754-0C4D-C910-F83C-C6BD425443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634108" y="6535871"/>
            <a:ext cx="2875737" cy="146342"/>
          </a:xfrm>
        </p:spPr>
        <p:txBody>
          <a:bodyPr lIns="0" tIns="0" rIns="0" bIns="0" anchor="ctr"/>
          <a:lstStyle>
            <a:lvl1pPr algn="r">
              <a:defRPr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Graphik"/>
                <a:cs typeface="Graphik"/>
              </a:defRPr>
            </a:lvl1pPr>
          </a:lstStyle>
          <a:p>
            <a:pPr marL="11527" marR="0" lvl="0" indent="0" algn="r" defTabSz="914400" rtl="0" eaLnBrk="1" fontAlgn="auto" latinLnBrk="0" hangingPunct="1">
              <a:lnSpc>
                <a:spcPts val="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Copyright</a:t>
            </a:r>
            <a:r>
              <a:rPr kumimoji="0" lang="en-GB" sz="900" b="0" i="0" u="none" strike="noStrike" kern="1200" cap="none" spc="-14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©</a:t>
            </a:r>
            <a:r>
              <a:rPr kumimoji="0" lang="en-GB" sz="900" b="0" i="0" u="none" strike="noStrike" kern="1200" cap="none" spc="-9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2024</a:t>
            </a:r>
            <a:r>
              <a:rPr kumimoji="0" lang="en-GB" sz="900" b="0" i="0" u="none" strike="noStrike" kern="1200" cap="none" spc="-9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 Accenture.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All</a:t>
            </a:r>
            <a:r>
              <a:rPr kumimoji="0" lang="en-GB" sz="900" b="0" i="0" u="none" strike="noStrike" kern="1200" cap="none" spc="-9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rights</a:t>
            </a:r>
            <a:r>
              <a:rPr kumimoji="0" lang="en-GB" sz="900" b="0" i="0" u="none" strike="noStrike" kern="1200" cap="none" spc="-9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reserved.</a:t>
            </a:r>
            <a:endParaRPr kumimoji="0" lang="en-GB" sz="900" b="0" i="0" u="none" strike="noStrike" kern="1200" cap="none" spc="-45" normalizeH="0" baseline="0" noProof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Graphik"/>
              <a:ea typeface="+mn-ea"/>
            </a:endParaRP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57214C49-36D6-4B1D-22B2-A82941A7CE36}"/>
              </a:ext>
            </a:extLst>
          </p:cNvPr>
          <p:cNvSpPr txBox="1">
            <a:spLocks/>
          </p:cNvSpPr>
          <p:nvPr userDrawn="1"/>
        </p:nvSpPr>
        <p:spPr>
          <a:xfrm rot="10800000" flipV="1">
            <a:off x="11509845" y="6538813"/>
            <a:ext cx="425238" cy="1384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35" b="0" i="0" kern="1200">
                <a:solidFill>
                  <a:srgbClr val="A29F9D"/>
                </a:solidFill>
                <a:latin typeface="Graphik"/>
                <a:ea typeface="+mn-ea"/>
                <a:cs typeface="Graphik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769226-AE33-44F8-B153-C6D472D17CF4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 Medium" panose="020B0503030202060203" pitchFamily="34" charset="77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Graphik Medium" panose="020B0503030202060203" pitchFamily="34" charset="77"/>
              <a:ea typeface="+mn-ea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FD36F61-E0E3-D2E9-8C04-2F31542D6D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0521" y="376025"/>
            <a:ext cx="10538299" cy="604909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ct val="90000"/>
              </a:lnSpc>
              <a:spcAft>
                <a:spcPts val="0"/>
              </a:spcAft>
              <a:defRPr sz="3000">
                <a:solidFill>
                  <a:schemeClr val="tx1"/>
                </a:solidFill>
                <a:latin typeface="+mj-lt"/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8991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36B6-FFE3-4DE7-A79B-C7DF77E06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48" y="2715768"/>
            <a:ext cx="11430000" cy="2286000"/>
          </a:xfrm>
        </p:spPr>
        <p:txBody>
          <a:bodyPr anchor="t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6669B-BD66-4AFB-9C56-B2FE309E9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3480"/>
            <a:ext cx="11430000" cy="70014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C0F52C-81EE-426E-A6DD-0C8B7B101834}"/>
              </a:ext>
            </a:extLst>
          </p:cNvPr>
          <p:cNvSpPr>
            <a:spLocks noGrp="1" noChangeAspect="1"/>
          </p:cNvSpPr>
          <p:nvPr>
            <p:ph type="dt" sz="half" idx="10"/>
          </p:nvPr>
        </p:nvSpPr>
        <p:spPr>
          <a:xfrm>
            <a:off x="384048" y="0"/>
            <a:ext cx="1371600" cy="1371600"/>
          </a:xfrm>
          <a:solidFill>
            <a:schemeClr val="tx2"/>
          </a:solidFill>
        </p:spPr>
        <p:txBody>
          <a:bodyPr lIns="91440" tIns="91440" rIns="91440" bIns="9144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B03DC8D7-AC00-4073-B57F-D303D46BE1CD}" type="datetime4">
              <a:rPr lang="en-US" smtClean="0"/>
              <a:t>August 10,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86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36B6-FFE3-4DE7-A79B-C7DF77E06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7753" y="2501439"/>
            <a:ext cx="4128248" cy="2286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6669B-BD66-4AFB-9C56-B2FE309E9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7753" y="4983480"/>
            <a:ext cx="4128248" cy="70014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C0F52C-81EE-426E-A6DD-0C8B7B101834}"/>
              </a:ext>
            </a:extLst>
          </p:cNvPr>
          <p:cNvSpPr>
            <a:spLocks noGrp="1" noChangeAspect="1"/>
          </p:cNvSpPr>
          <p:nvPr>
            <p:ph type="dt" sz="half" idx="10"/>
          </p:nvPr>
        </p:nvSpPr>
        <p:spPr>
          <a:xfrm>
            <a:off x="384048" y="0"/>
            <a:ext cx="1371600" cy="1371600"/>
          </a:xfrm>
          <a:solidFill>
            <a:schemeClr val="tx2"/>
          </a:solidFill>
        </p:spPr>
        <p:txBody>
          <a:bodyPr lIns="91440" tIns="91440" rIns="91440" bIns="9144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69AEAC8-9CEB-40FF-85B5-D6BD95EA7CC2}" type="datetime4">
              <a:rPr lang="en-US" smtClean="0"/>
              <a:t>August 10,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7323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ith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D008935-A73A-4449-92D6-12BCF20AEC9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755648" y="1371600"/>
            <a:ext cx="4538790" cy="4537424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E36B6-FFE3-4DE7-A79B-C7DF77E06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8374" y="2114401"/>
            <a:ext cx="5000713" cy="1813418"/>
          </a:xfr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58AE939-8E03-4C31-9D66-970A23FF8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8375" y="4154873"/>
            <a:ext cx="5009626" cy="70014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FD0DC7B5-8BAB-4E77-9FE9-D37D81327091}"/>
              </a:ext>
            </a:extLst>
          </p:cNvPr>
          <p:cNvSpPr>
            <a:spLocks noGrp="1" noChangeAspect="1"/>
          </p:cNvSpPr>
          <p:nvPr>
            <p:ph type="dt" sz="half" idx="11"/>
          </p:nvPr>
        </p:nvSpPr>
        <p:spPr>
          <a:xfrm>
            <a:off x="384048" y="0"/>
            <a:ext cx="1371600" cy="1371600"/>
          </a:xfrm>
          <a:solidFill>
            <a:schemeClr val="tx2"/>
          </a:solidFill>
        </p:spPr>
        <p:txBody>
          <a:bodyPr lIns="91440" tIns="91440" rIns="91440" bIns="9144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7D16034C-1BE4-481D-93E3-DB8DD45D623A}" type="datetime4">
              <a:rPr lang="en-US" smtClean="0"/>
              <a:t>August 10,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712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D008935-A73A-4449-92D6-12BCF20AEC9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0" y="0"/>
            <a:ext cx="12192000" cy="6254496"/>
          </a:xfrm>
          <a:solidFill>
            <a:schemeClr val="bg2"/>
          </a:solidFill>
        </p:spPr>
        <p:txBody>
          <a:bodyPr wrap="non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82AFEBB-BCB0-46C2-BCCD-B894557C471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77C4782-5119-4E8F-8C6D-2225EEB94A42}" type="datetime4">
              <a:rPr lang="en-US" smtClean="0"/>
              <a:t>August 10, 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14B59BC-6F59-44F6-865C-5D73C67871D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A5DA748-59EA-4E36-B955-E105B32320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E36B6-FFE3-4DE7-A79B-C7DF77E06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5647" y="1374775"/>
            <a:ext cx="4064000" cy="4064000"/>
          </a:xfrm>
          <a:solidFill>
            <a:schemeClr val="bg1">
              <a:alpha val="93000"/>
            </a:schemeClr>
          </a:solidFill>
        </p:spPr>
        <p:txBody>
          <a:bodyPr lIns="274320" tIns="274320" rIns="274320" bIns="274320" anchor="b">
            <a:norm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0E10410-993C-449B-A55D-C84ED3802C3D}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>
          <a:xfrm>
            <a:off x="384047" y="-1905"/>
            <a:ext cx="1371600" cy="1371600"/>
          </a:xfrm>
          <a:solidFill>
            <a:schemeClr val="tx2"/>
          </a:solidFill>
        </p:spPr>
        <p:txBody>
          <a:bodyPr lIns="91440" tIns="91440" rIns="91440" bIns="91440" anchor="b">
            <a:normAutofit/>
          </a:bodyPr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900">
                <a:solidFill>
                  <a:schemeClr val="bg1"/>
                </a:solidFill>
              </a:defRPr>
            </a:lvl2pPr>
            <a:lvl3pPr marL="914400" indent="0" algn="ctr">
              <a:buNone/>
              <a:defRPr sz="900">
                <a:solidFill>
                  <a:schemeClr val="bg1"/>
                </a:solidFill>
              </a:defRPr>
            </a:lvl3pPr>
            <a:lvl4pPr marL="1371600" indent="0" algn="ctr">
              <a:buNone/>
              <a:defRPr sz="900">
                <a:solidFill>
                  <a:schemeClr val="bg1"/>
                </a:solidFill>
              </a:defRPr>
            </a:lvl4pPr>
            <a:lvl5pPr marL="1828800" indent="0" algn="ctr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47039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ictur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D008935-A73A-4449-92D6-12BCF20AEC9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755648" y="1371600"/>
            <a:ext cx="4544568" cy="4544568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E36B6-FFE3-4DE7-A79B-C7DF77E06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20" y="1435545"/>
            <a:ext cx="5129784" cy="857250"/>
          </a:xfrm>
        </p:spPr>
        <p:txBody>
          <a:bodyPr anchor="b">
            <a:normAutofit/>
          </a:bodyPr>
          <a:lstStyle>
            <a:lvl1pPr algn="l"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4694F1-51CC-436E-BC18-35F2B5ACF5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423159"/>
            <a:ext cx="5129784" cy="349787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E7FE4F7-337B-42FA-8ADE-F89909039F87}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>
          <a:xfrm>
            <a:off x="384047" y="-1905"/>
            <a:ext cx="1371600" cy="1371600"/>
          </a:xfrm>
          <a:solidFill>
            <a:schemeClr val="tx2"/>
          </a:solidFill>
        </p:spPr>
        <p:txBody>
          <a:bodyPr lIns="91440" tIns="91440" rIns="91440" bIns="91440" anchor="b">
            <a:normAutofit/>
          </a:bodyPr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900">
                <a:solidFill>
                  <a:schemeClr val="bg1"/>
                </a:solidFill>
              </a:defRPr>
            </a:lvl2pPr>
            <a:lvl3pPr marL="914400" indent="0" algn="ctr">
              <a:buNone/>
              <a:defRPr sz="900">
                <a:solidFill>
                  <a:schemeClr val="bg1"/>
                </a:solidFill>
              </a:defRPr>
            </a:lvl3pPr>
            <a:lvl4pPr marL="1371600" indent="0" algn="ctr">
              <a:buNone/>
              <a:defRPr sz="900">
                <a:solidFill>
                  <a:schemeClr val="bg1"/>
                </a:solidFill>
              </a:defRPr>
            </a:lvl4pPr>
            <a:lvl5pPr marL="1828800" indent="0" algn="ctr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FDD46C-A566-49B2-A318-226843D04D5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6F15B73-330A-47E3-AD58-53CA2B8F5465}" type="datetime4">
              <a:rPr lang="en-US" smtClean="0"/>
              <a:t>August 10, 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B7C9032-4AEB-485D-919C-03DC0C7F494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4BA98A5-9D78-40E5-BB3F-05201E69D87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065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E07F-ADCB-4879-ADBB-94F04C86A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183FDF11-03E0-40A5-BFCA-F6B60D09960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84048" y="1298448"/>
            <a:ext cx="11430000" cy="4727448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F00D4C4-5920-4E4C-B44B-E524B2BA698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6E11EAE-16B7-464E-91D8-413C5CE9C268}" type="datetime4">
              <a:rPr lang="en-US" smtClean="0"/>
              <a:t>August 10, 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0FAB686-89E6-43A6-9874-8E3BA3735B1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83A1A4-F005-47B5-B97D-30454D5A20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759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E07F-ADCB-4879-ADBB-94F04C86A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6A5A7-3710-4177-9FD0-325381615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7" y="1298448"/>
            <a:ext cx="11420858" cy="4727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8F6833B-8495-484F-968E-3B2854108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AF70-ADAD-49F6-BD67-CA881F71B9B7}" type="datetime4">
              <a:rPr lang="en-US" smtClean="0"/>
              <a:t>August 10, 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FFF37B0-AC29-4042-AC96-7599D212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31F9BA5-9E19-486A-A62B-135326498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330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E07F-ADCB-4879-ADBB-94F04C86A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6A5A7-3710-4177-9FD0-325381615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33430D5-A340-4E15-B946-0AD7AFBF0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100B-AD5A-4147-BA75-36218ACA1D4F}" type="datetime4">
              <a:rPr lang="en-US" smtClean="0"/>
              <a:t>August 10, 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2ACA458-9E60-44C4-93CE-B2EB998CE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17D0231-8B96-49A0-ABCC-87EA1B0AF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226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7AF624A-80DA-6AF6-E0F1-87763F1DCDE9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12192000" cy="6235700"/>
            <a:chOff x="0" y="0"/>
            <a:chExt cx="12192000" cy="62357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28A9E9E-11E4-BDE7-4D90-A57EF42608B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0"/>
              <a:ext cx="12192000" cy="6235700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7160" tIns="137160" rIns="137160" bIns="137160" numCol="1" spcCol="0" rtlCol="0" fromWordArt="0" anchor="t" anchorCtr="0" forceAA="0" compatLnSpc="1">
              <a:prstTxWarp prst="textNoShape">
                <a:avLst/>
              </a:prstTxWarp>
              <a:normAutofit/>
            </a:bodyPr>
            <a:lstStyle/>
            <a:p>
              <a:pPr algn="l"/>
              <a:endParaRPr lang="en-CA" err="1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E635D83-2917-9966-D50F-AE9454D425E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0957861" y="95250"/>
              <a:ext cx="953723" cy="246126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normAutofit/>
            </a:bodyPr>
            <a:lstStyle/>
            <a:p>
              <a:pPr algn="l"/>
              <a:r>
                <a:rPr lang="en-CA" sz="900">
                  <a:solidFill>
                    <a:schemeClr val="bg1"/>
                  </a:solidFill>
                </a:rPr>
                <a:t>CONFIDENTIAL 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25ED4B9-844B-481A-901D-4FD67391B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74" y="1086929"/>
            <a:ext cx="11420729" cy="2342072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1DCEF-4DE5-40BD-9FE1-433E30AAA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174" y="4724569"/>
            <a:ext cx="11420729" cy="136508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E5A25-1EB5-41AC-993B-DA0B711D5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C4D6-D0BD-449D-8C84-CBB8AB784B90}" type="datetime4">
              <a:rPr lang="en-US" smtClean="0"/>
              <a:t>August 10,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CAD86-ED3E-47C7-BA0D-6BF957312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6FC48-EC1A-434A-B52C-A94DA2CCC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2922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29B1A16-56D1-0DDE-2AB9-7C4FE0EACE72}"/>
              </a:ext>
            </a:extLst>
          </p:cNvPr>
          <p:cNvGrpSpPr/>
          <p:nvPr userDrawn="1"/>
        </p:nvGrpSpPr>
        <p:grpSpPr>
          <a:xfrm>
            <a:off x="0" y="0"/>
            <a:ext cx="12192000" cy="6235700"/>
            <a:chOff x="0" y="0"/>
            <a:chExt cx="12192000" cy="62357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37DEB7A-1AAB-FD36-A234-160C0243BA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0"/>
              <a:ext cx="12192000" cy="6235700"/>
            </a:xfrm>
            <a:prstGeom prst="rect">
              <a:avLst/>
            </a:prstGeom>
            <a:solidFill>
              <a:schemeClr val="tx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7160" tIns="137160" rIns="137160" bIns="137160" numCol="1" spcCol="0" rtlCol="0" fromWordArt="0" anchor="t" anchorCtr="0" forceAA="0" compatLnSpc="1">
              <a:prstTxWarp prst="textNoShape">
                <a:avLst/>
              </a:prstTxWarp>
              <a:normAutofit/>
            </a:bodyPr>
            <a:lstStyle/>
            <a:p>
              <a:pPr algn="l"/>
              <a:endParaRPr lang="en-CA" err="1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966D3FB-673B-4C13-62CD-5B1CF5FD9BC7}"/>
                </a:ext>
              </a:extLst>
            </p:cNvPr>
            <p:cNvSpPr txBox="1"/>
            <p:nvPr userDrawn="1"/>
          </p:nvSpPr>
          <p:spPr>
            <a:xfrm>
              <a:off x="10957861" y="95250"/>
              <a:ext cx="953723" cy="246126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normAutofit/>
            </a:bodyPr>
            <a:lstStyle/>
            <a:p>
              <a:pPr algn="l"/>
              <a:r>
                <a:rPr lang="en-CA" sz="900">
                  <a:solidFill>
                    <a:schemeClr val="bg1"/>
                  </a:solidFill>
                </a:rPr>
                <a:t>CONFIDENTIAL 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25ED4B9-844B-481A-901D-4FD67391B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74" y="1086929"/>
            <a:ext cx="11420729" cy="2342072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1DCEF-4DE5-40BD-9FE1-433E30AAA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174" y="4724569"/>
            <a:ext cx="11420729" cy="136508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0A562-A9EC-4275-8D40-0940A460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C4D6-D0BD-449D-8C84-CBB8AB784B90}" type="datetime4">
              <a:rPr lang="en-US" smtClean="0"/>
              <a:t>August 10,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15255-D2A3-46A3-9AD7-B19094DFF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87673-9CF7-426A-85BE-919F529E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726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13282-AD49-4621-B10F-F1C1C20EA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27F03-B746-4206-AC6E-604245BD8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4047" y="1298448"/>
            <a:ext cx="5577840" cy="48051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0138A-CD2E-4629-9FCE-75FB15429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98448"/>
            <a:ext cx="5577840" cy="48051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EE04010-43D9-4C1A-A916-97B780F47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B869-E380-426F-8789-4272408A01CC}" type="datetime4">
              <a:rPr lang="en-US" smtClean="0"/>
              <a:t>August 10, 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6121DD1-65DF-450D-8899-B9CCCFF45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2E6D15C-BA30-4176-AEF5-FEFB81BD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4904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735CF-D95C-40DA-81C8-78A8EE2BF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6" y="1143953"/>
            <a:ext cx="55778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B630D-AB45-4AB4-A735-78668B628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4046" y="2086608"/>
            <a:ext cx="5577840" cy="4028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BB0A25-DE4F-4426-9983-567310E522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143953"/>
            <a:ext cx="55778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5E150C-F172-4212-848B-D99E37AC7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086608"/>
            <a:ext cx="5577840" cy="4028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202358-E0C0-45A3-A206-BE2E6FD21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8952C853-9EFE-4F60-BAC5-120852F5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E891-8DE1-43A7-8DFE-F05C0F650F8C}" type="datetime4">
              <a:rPr lang="en-US" smtClean="0"/>
              <a:t>August 10, 2026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A708594-B379-44C4-B1CC-64C3F079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7E36EAD-166B-44EF-A4CC-11F738D98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4688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DDA1-A969-4C82-9A0D-55A52859A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09282"/>
            <a:ext cx="11420856" cy="6051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92A9FBA-C7CA-4042-9854-01B78CA80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10266-D8AF-46AB-905F-BE67043958F5}" type="datetime4">
              <a:rPr lang="en-US" smtClean="0"/>
              <a:t>August 10, 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0311997-B16B-4E35-B71E-3ED769B7C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D3E4CB-9E65-447D-B78E-891C1F97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166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6E90B317-D5B3-43D3-8914-DF4269D55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83632-FC99-405F-901B-5F42C0538C0C}" type="datetime4">
              <a:rPr lang="en-US" smtClean="0"/>
              <a:t>August 10, 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D5AAA70-8031-4D41-AC24-D112D9CB0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D310E4B-2F0B-4312-8F90-47DC70B61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56522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17">
            <a:extLst>
              <a:ext uri="{FF2B5EF4-FFF2-40B4-BE49-F238E27FC236}">
                <a16:creationId xmlns:a16="http://schemas.microsoft.com/office/drawing/2014/main" id="{34AD7E65-4338-77E1-9DF2-8440720A02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80" b="377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124370A-DAD1-7BDC-E343-ED6CFC57FB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25800" y="2330450"/>
            <a:ext cx="7208838" cy="3262313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9DF5B8-CA2B-E0C3-A974-AE34A02B44E4}"/>
              </a:ext>
            </a:extLst>
          </p:cNvPr>
          <p:cNvPicPr/>
          <p:nvPr userDrawn="1"/>
        </p:nvPicPr>
        <p:blipFill>
          <a:blip r:embed="rId3"/>
          <a:srcRect/>
          <a:stretch/>
        </p:blipFill>
        <p:spPr>
          <a:xfrm>
            <a:off x="10595562" y="5908814"/>
            <a:ext cx="1458453" cy="112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107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 with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D008935-A73A-4449-92D6-12BCF20AEC9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755648" y="1371600"/>
            <a:ext cx="4538790" cy="4537424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E36B6-FFE3-4DE7-A79B-C7DF77E06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8374" y="2114401"/>
            <a:ext cx="5000713" cy="1813418"/>
          </a:xfr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58AE939-8E03-4C31-9D66-970A23FF8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8375" y="4154873"/>
            <a:ext cx="5009626" cy="70014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FD0DC7B5-8BAB-4E77-9FE9-D37D81327091}"/>
              </a:ext>
            </a:extLst>
          </p:cNvPr>
          <p:cNvSpPr>
            <a:spLocks noGrp="1" noChangeAspect="1"/>
          </p:cNvSpPr>
          <p:nvPr>
            <p:ph type="dt" sz="half" idx="11"/>
          </p:nvPr>
        </p:nvSpPr>
        <p:spPr>
          <a:xfrm>
            <a:off x="384048" y="0"/>
            <a:ext cx="1371600" cy="1371600"/>
          </a:xfrm>
          <a:solidFill>
            <a:schemeClr val="tx2"/>
          </a:solidFill>
        </p:spPr>
        <p:txBody>
          <a:bodyPr lIns="91440" tIns="91440" rIns="91440" bIns="9144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841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D008935-A73A-4449-92D6-12BCF20AEC9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0" y="0"/>
            <a:ext cx="12192000" cy="6254496"/>
          </a:xfrm>
          <a:solidFill>
            <a:schemeClr val="bg2"/>
          </a:solidFill>
        </p:spPr>
        <p:txBody>
          <a:bodyPr wrap="non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82AFEBB-BCB0-46C2-BCCD-B894557C471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14B59BC-6F59-44F6-865C-5D73C67871D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A5DA748-59EA-4E36-B955-E105B32320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E36B6-FFE3-4DE7-A79B-C7DF77E06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5647" y="1374775"/>
            <a:ext cx="4064000" cy="4064000"/>
          </a:xfrm>
          <a:solidFill>
            <a:schemeClr val="bg1">
              <a:alpha val="93000"/>
            </a:schemeClr>
          </a:solidFill>
        </p:spPr>
        <p:txBody>
          <a:bodyPr lIns="274320" tIns="274320" rIns="274320" bIns="274320" anchor="b">
            <a:norm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0E10410-993C-449B-A55D-C84ED3802C3D}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>
          <a:xfrm>
            <a:off x="384047" y="-1905"/>
            <a:ext cx="1371600" cy="1371600"/>
          </a:xfrm>
          <a:solidFill>
            <a:schemeClr val="tx2"/>
          </a:solidFill>
        </p:spPr>
        <p:txBody>
          <a:bodyPr lIns="91440" tIns="91440" rIns="91440" bIns="91440" anchor="b">
            <a:normAutofit/>
          </a:bodyPr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900">
                <a:solidFill>
                  <a:schemeClr val="bg1"/>
                </a:solidFill>
              </a:defRPr>
            </a:lvl2pPr>
            <a:lvl3pPr marL="914400" indent="0" algn="ctr">
              <a:buNone/>
              <a:defRPr sz="900">
                <a:solidFill>
                  <a:schemeClr val="bg1"/>
                </a:solidFill>
              </a:defRPr>
            </a:lvl3pPr>
            <a:lvl4pPr marL="1371600" indent="0" algn="ctr">
              <a:buNone/>
              <a:defRPr sz="900">
                <a:solidFill>
                  <a:schemeClr val="bg1"/>
                </a:solidFill>
              </a:defRPr>
            </a:lvl4pPr>
            <a:lvl5pPr marL="1828800" indent="0" algn="ctr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19238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Pictur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D008935-A73A-4449-92D6-12BCF20AEC9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755648" y="1371600"/>
            <a:ext cx="4544568" cy="4544568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E36B6-FFE3-4DE7-A79B-C7DF77E06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20" y="1435545"/>
            <a:ext cx="5129784" cy="857250"/>
          </a:xfrm>
        </p:spPr>
        <p:txBody>
          <a:bodyPr anchor="b">
            <a:normAutofit/>
          </a:bodyPr>
          <a:lstStyle>
            <a:lvl1pPr algn="l"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4694F1-51CC-436E-BC18-35F2B5ACF5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423159"/>
            <a:ext cx="5129784" cy="349787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E7FE4F7-337B-42FA-8ADE-F89909039F87}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>
          <a:xfrm>
            <a:off x="384047" y="-1905"/>
            <a:ext cx="1371600" cy="1371600"/>
          </a:xfrm>
          <a:solidFill>
            <a:schemeClr val="tx2"/>
          </a:solidFill>
        </p:spPr>
        <p:txBody>
          <a:bodyPr lIns="91440" tIns="91440" rIns="91440" bIns="91440" anchor="b">
            <a:normAutofit/>
          </a:bodyPr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900">
                <a:solidFill>
                  <a:schemeClr val="bg1"/>
                </a:solidFill>
              </a:defRPr>
            </a:lvl2pPr>
            <a:lvl3pPr marL="914400" indent="0" algn="ctr">
              <a:buNone/>
              <a:defRPr sz="900">
                <a:solidFill>
                  <a:schemeClr val="bg1"/>
                </a:solidFill>
              </a:defRPr>
            </a:lvl3pPr>
            <a:lvl4pPr marL="1371600" indent="0" algn="ctr">
              <a:buNone/>
              <a:defRPr sz="900">
                <a:solidFill>
                  <a:schemeClr val="bg1"/>
                </a:solidFill>
              </a:defRPr>
            </a:lvl4pPr>
            <a:lvl5pPr marL="1828800" indent="0" algn="ctr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FDD46C-A566-49B2-A318-226843D04D5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B7C9032-4AEB-485D-919C-03DC0C7F494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4BA98A5-9D78-40E5-BB3F-05201E69D87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85670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E07F-ADCB-4879-ADBB-94F04C86A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183FDF11-03E0-40A5-BFCA-F6B60D09960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84048" y="1298448"/>
            <a:ext cx="11430000" cy="4727448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F00D4C4-5920-4E4C-B44B-E524B2BA698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0FAB686-89E6-43A6-9874-8E3BA3735B1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83A1A4-F005-47B5-B97D-30454D5A20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0613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735CF-D95C-40DA-81C8-78A8EE2BF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6" y="1143953"/>
            <a:ext cx="55778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B630D-AB45-4AB4-A735-78668B628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4046" y="2086608"/>
            <a:ext cx="5577840" cy="4028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BB0A25-DE4F-4426-9983-567310E522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143953"/>
            <a:ext cx="55778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5E150C-F172-4212-848B-D99E37AC7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086608"/>
            <a:ext cx="5577840" cy="4028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202358-E0C0-45A3-A206-BE2E6FD21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8952C853-9EFE-4F60-BAC5-120852F5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A708594-B379-44C4-B1CC-64C3F079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7E36EAD-166B-44EF-A4CC-11F738D98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141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 HNW Title Slide">
    <p:bg>
      <p:bgPr>
        <a:solidFill>
          <a:srgbClr val="373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900D06B-7DF4-71B3-95D5-7A9C2F0137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6619" y="4046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716669B-BD66-4AFB-9C56-B2FE309E9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9381" y="908048"/>
            <a:ext cx="3960000" cy="3960000"/>
          </a:xfrm>
          <a:ln>
            <a:solidFill>
              <a:srgbClr val="FFFFFF"/>
            </a:solidFill>
          </a:ln>
        </p:spPr>
        <p:txBody>
          <a:bodyPr lIns="396000" tIns="396000" rIns="396000" bIns="396000" anchor="b" anchorCtr="0">
            <a:noAutofit/>
          </a:bodyPr>
          <a:lstStyle>
            <a:lvl1pPr marL="0" indent="0" algn="l">
              <a:buNone/>
              <a:defRPr sz="2400">
                <a:solidFill>
                  <a:srgbClr val="D1D3D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BBED0D0-E2BE-88ED-8E25-CFF44E8A5F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2254" y="4433159"/>
            <a:ext cx="3255610" cy="178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41362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7AA5245-DE60-FB49-9806-D11EB4572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81000"/>
            <a:ext cx="11420856" cy="533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Table Placeholder 9">
            <a:extLst>
              <a:ext uri="{FF2B5EF4-FFF2-40B4-BE49-F238E27FC236}">
                <a16:creationId xmlns:a16="http://schemas.microsoft.com/office/drawing/2014/main" id="{E1B65114-DF11-4247-A710-23928FACB038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381000" y="1295400"/>
            <a:ext cx="11430000" cy="472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buFont typeface="Wingdings" pitchFamily="2" charset="2"/>
              <a:buChar char="§"/>
              <a:defRPr sz="10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FE5BBC-194F-6548-BED8-EF556F2601BD}"/>
              </a:ext>
            </a:extLst>
          </p:cNvPr>
          <p:cNvSpPr/>
          <p:nvPr userDrawn="1"/>
        </p:nvSpPr>
        <p:spPr>
          <a:xfrm>
            <a:off x="266218" y="995423"/>
            <a:ext cx="11667281" cy="127321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>
            <a:normAutofit fontScale="25000" lnSpcReduction="20000"/>
          </a:bodyPr>
          <a:lstStyle/>
          <a:p>
            <a:pPr algn="l"/>
            <a:endParaRPr lang="en-US" err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761786-A733-6D42-B94B-414438862DB6}"/>
              </a:ext>
            </a:extLst>
          </p:cNvPr>
          <p:cNvSpPr/>
          <p:nvPr userDrawn="1"/>
        </p:nvSpPr>
        <p:spPr>
          <a:xfrm>
            <a:off x="9479666" y="92597"/>
            <a:ext cx="2606233" cy="21668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>
            <a:normAutofit fontScale="25000" lnSpcReduction="20000"/>
          </a:bodyPr>
          <a:lstStyle/>
          <a:p>
            <a:pPr algn="l"/>
            <a:endParaRPr lang="en-US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AE7115-1D1E-CABE-1AA6-099EC73409C1}"/>
              </a:ext>
            </a:extLst>
          </p:cNvPr>
          <p:cNvSpPr txBox="1"/>
          <p:nvPr userDrawn="1"/>
        </p:nvSpPr>
        <p:spPr>
          <a:xfrm>
            <a:off x="11594969" y="6589336"/>
            <a:ext cx="0" cy="0"/>
          </a:xfrm>
          <a:prstGeom prst="rect">
            <a:avLst/>
          </a:prstGeom>
          <a:solidFill>
            <a:schemeClr val="bg1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lIns="182880" tIns="182880" rIns="182880" bIns="182880" rtlCol="0" anchor="t" anchorCtr="0">
            <a:normAutofit fontScale="25000" lnSpcReduction="20000"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783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Bar Right D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E52536C-4573-3620-17CD-488440F4D508}"/>
              </a:ext>
            </a:extLst>
          </p:cNvPr>
          <p:cNvSpPr>
            <a:spLocks/>
          </p:cNvSpPr>
          <p:nvPr userDrawn="1"/>
        </p:nvSpPr>
        <p:spPr>
          <a:xfrm>
            <a:off x="8593506" y="0"/>
            <a:ext cx="359849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4A17C9-2033-F0CE-8E8E-26D5244A8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3323" y="365125"/>
            <a:ext cx="2932345" cy="54927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7F047-2D73-BB7A-336D-AF7916C06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5BCADC-03B1-1643-0233-398666B8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229" y="6303909"/>
            <a:ext cx="7949513" cy="41756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60DF0A-A708-7A65-991A-0D45F1BE7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14F4D-06DF-7C43-83BE-00DDE1D4B94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8F992B-6251-745E-42F1-E19EC69B0197}"/>
              </a:ext>
            </a:extLst>
          </p:cNvPr>
          <p:cNvPicPr>
            <a:picLocks/>
          </p:cNvPicPr>
          <p:nvPr userDrawn="1"/>
        </p:nvPicPr>
        <p:blipFill>
          <a:blip r:embed="rId2"/>
          <a:srcRect/>
          <a:stretch/>
        </p:blipFill>
        <p:spPr>
          <a:xfrm>
            <a:off x="10604217" y="6066413"/>
            <a:ext cx="1447119" cy="791587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F0918F9-CA81-EAAF-244A-78E57A7B54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0868" y="365125"/>
            <a:ext cx="7952873" cy="570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DACC63E-F0FE-4800-13EB-00A13A1BBC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23322" y="3033206"/>
            <a:ext cx="2932345" cy="9144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4194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L HNW Generic Slide Dark">
    <p:bg>
      <p:bgPr>
        <a:solidFill>
          <a:srgbClr val="9D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6A5A7-3710-4177-9FD0-325381615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FD87C9-CC71-F347-6E38-CED795F53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33CA8-85EB-F303-8013-3D92D22F0A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9561" y="6417909"/>
            <a:ext cx="1118980" cy="1809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EDA3D-0089-2A3E-046D-3B61B1F39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1D3D4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EBA8A-1E1F-DED7-0A66-9FAA6B5F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822F-ED39-4FC2-B5B5-D2EAB6238DC3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D1846AF-6F06-5A8E-2821-4B7E09FBBFD7}"/>
              </a:ext>
            </a:extLst>
          </p:cNvPr>
          <p:cNvCxnSpPr>
            <a:cxnSpLocks/>
          </p:cNvCxnSpPr>
          <p:nvPr userDrawn="1"/>
        </p:nvCxnSpPr>
        <p:spPr>
          <a:xfrm>
            <a:off x="550863" y="6117240"/>
            <a:ext cx="11090276" cy="0"/>
          </a:xfrm>
          <a:prstGeom prst="line">
            <a:avLst/>
          </a:prstGeom>
          <a:ln w="12700">
            <a:solidFill>
              <a:srgbClr val="86263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7E3A6D-5978-9F27-A36C-2BA1CBA3940C}"/>
              </a:ext>
            </a:extLst>
          </p:cNvPr>
          <p:cNvCxnSpPr>
            <a:cxnSpLocks/>
          </p:cNvCxnSpPr>
          <p:nvPr userDrawn="1"/>
        </p:nvCxnSpPr>
        <p:spPr>
          <a:xfrm>
            <a:off x="550863" y="908050"/>
            <a:ext cx="11090276" cy="0"/>
          </a:xfrm>
          <a:prstGeom prst="line">
            <a:avLst/>
          </a:prstGeom>
          <a:ln w="12700">
            <a:solidFill>
              <a:srgbClr val="86263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AAD21DD2-5468-DBD0-2C17-92516D20CB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512413" y="6140809"/>
            <a:ext cx="131555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12124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62079-7CFC-294C-B9CA-04F940BB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355DD6-59CA-954D-A6E6-1878B5742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8534B1-025B-9641-9A80-A9BF1FDB1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80411-49B3-2E4C-AFDF-B937037E8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EE70-3A92-4927-A870-0B8144354B90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950E1D6-AD1C-6E43-9154-07E3D9073DD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18551" y="1714830"/>
            <a:ext cx="2680683" cy="605117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9E56EB21-0120-3C46-BB66-A7FD7B5D1B9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18551" y="2362784"/>
            <a:ext cx="2680683" cy="768043"/>
          </a:xfr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AC39F667-E08C-3D49-B570-06E0936C9B5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58099" y="1714830"/>
            <a:ext cx="2680683" cy="605117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934994FD-A6A4-EF4C-AC40-FA95219C1B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58099" y="2362784"/>
            <a:ext cx="2680683" cy="768043"/>
          </a:xfr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40FE5C6C-7E2A-CE40-8B11-CC551AC953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991802" y="1714830"/>
            <a:ext cx="2680683" cy="605117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2FBF8C-5DE4-2B49-8C20-FC890359F2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91802" y="2362784"/>
            <a:ext cx="2680683" cy="768043"/>
          </a:xfr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FBB694A3-E1EB-BC44-9852-60F8ABD36B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18551" y="3583387"/>
            <a:ext cx="2680683" cy="605117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D14B9192-AB4B-FD4D-B408-ED85E6CDF30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18551" y="4231341"/>
            <a:ext cx="2680683" cy="768043"/>
          </a:xfr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5C94EC7B-FDCA-8048-AA2A-A70E4B4C2D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58099" y="3583387"/>
            <a:ext cx="2680683" cy="605117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DCC97A25-A01C-9B48-B974-EEE76F6375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58099" y="4231341"/>
            <a:ext cx="2680683" cy="768043"/>
          </a:xfr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247D59A8-D041-C842-AD9D-BA016C2D496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91802" y="3583387"/>
            <a:ext cx="2680683" cy="605117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7E16C032-6F10-0A44-86F4-46E38D007B5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91802" y="4231341"/>
            <a:ext cx="2680683" cy="768043"/>
          </a:xfr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23726769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Bar Left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59CE5F-C5D5-D8A2-FCEA-91C570883C87}"/>
              </a:ext>
            </a:extLst>
          </p:cNvPr>
          <p:cNvSpPr>
            <a:spLocks/>
          </p:cNvSpPr>
          <p:nvPr userDrawn="1"/>
        </p:nvSpPr>
        <p:spPr>
          <a:xfrm>
            <a:off x="3485" y="0"/>
            <a:ext cx="359849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382766-7A7C-2627-2E70-538DBA196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29" y="365125"/>
            <a:ext cx="2932345" cy="54927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D41FD4-AF44-F88D-A0F5-E8A491DF1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F6A96-46E0-D54B-8048-27AEC900181B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8118EA-BCFD-D56C-106D-FA616F102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2201" y="6284095"/>
            <a:ext cx="6477067" cy="41756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441D3-2086-B1C8-0E59-EB6384119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14F4D-06DF-7C43-83BE-00DDE1D4B9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D8ECBA8-3E0A-8F44-8F69-EFB4D00490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32723" y="365124"/>
            <a:ext cx="7925048" cy="5692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2E80D3-4DCE-715C-ED48-1FA31E45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4777" y="2971800"/>
            <a:ext cx="2826836" cy="9144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258060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DACAB-D5AA-84FF-1277-5B8A7BE37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ACA04-8AF3-EAE2-6E3A-32871DA41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7ED4F-8EAF-4669-9BBC-544250BBA612}" type="datetime4">
              <a:rPr lang="en-CA" smtClean="0"/>
              <a:t>August 10,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886C4-5AB4-FA23-09CB-DA1936A1E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0E24F9-2502-A1CD-ADE0-B65F80CF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Shape">
            <a:extLst>
              <a:ext uri="{FF2B5EF4-FFF2-40B4-BE49-F238E27FC236}">
                <a16:creationId xmlns:a16="http://schemas.microsoft.com/office/drawing/2014/main" id="{45EA311F-B4C4-05B0-CA86-2432F50F7F8E}"/>
              </a:ext>
            </a:extLst>
          </p:cNvPr>
          <p:cNvSpPr/>
          <p:nvPr userDrawn="1"/>
        </p:nvSpPr>
        <p:spPr>
          <a:xfrm>
            <a:off x="0" y="2199005"/>
            <a:ext cx="6344594" cy="25759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14538" y="21600"/>
                </a:lnTo>
                <a:cubicBezTo>
                  <a:pt x="16549" y="21600"/>
                  <a:pt x="17755" y="21600"/>
                  <a:pt x="18560" y="20948"/>
                </a:cubicBezTo>
                <a:cubicBezTo>
                  <a:pt x="19843" y="19857"/>
                  <a:pt x="20854" y="17494"/>
                  <a:pt x="21321" y="14495"/>
                </a:cubicBezTo>
                <a:cubicBezTo>
                  <a:pt x="21506" y="13311"/>
                  <a:pt x="21600" y="12061"/>
                  <a:pt x="21600" y="10801"/>
                </a:cubicBezTo>
                <a:cubicBezTo>
                  <a:pt x="21600" y="9541"/>
                  <a:pt x="21506" y="8289"/>
                  <a:pt x="21321" y="7105"/>
                </a:cubicBezTo>
                <a:cubicBezTo>
                  <a:pt x="20854" y="4106"/>
                  <a:pt x="19843" y="1743"/>
                  <a:pt x="18560" y="652"/>
                </a:cubicBezTo>
                <a:cubicBezTo>
                  <a:pt x="17755" y="0"/>
                  <a:pt x="16549" y="0"/>
                  <a:pt x="14538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miter lim="400000"/>
          </a:ln>
          <a:effectLst>
            <a:outerShdw blurRad="381000" dist="381000" dir="5400000" rotWithShape="0">
              <a:srgbClr val="000000">
                <a:alpha val="5000"/>
              </a:srgbClr>
            </a:outerShdw>
          </a:effectLst>
        </p:spPr>
        <p:txBody>
          <a:bodyPr tIns="91439" bIns="91439" anchor="ctr"/>
          <a:lstStyle/>
          <a:p>
            <a:pPr defTabSz="1828800" hangingPunct="0"/>
            <a:endParaRPr sz="3600" kern="0">
              <a:solidFill>
                <a:srgbClr val="000000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6A0AA37-EB9C-22EB-5564-E3BFB2F4F5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30248" y="2600341"/>
            <a:ext cx="1897691" cy="1781877"/>
          </a:xfrm>
          <a:prstGeom prst="flowChartConnector">
            <a:avLst/>
          </a:prstGeom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2811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CE563A7-F739-3F24-4E04-52271925A4B3}"/>
              </a:ext>
            </a:extLst>
          </p:cNvPr>
          <p:cNvSpPr/>
          <p:nvPr userDrawn="1"/>
        </p:nvSpPr>
        <p:spPr>
          <a:xfrm>
            <a:off x="0" y="0"/>
            <a:ext cx="1229452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0FF72754-0C4D-C910-F83C-C6BD425443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634108" y="6535871"/>
            <a:ext cx="2875737" cy="146342"/>
          </a:xfrm>
        </p:spPr>
        <p:txBody>
          <a:bodyPr lIns="0" tIns="0" rIns="0" bIns="0" anchor="ctr"/>
          <a:lstStyle>
            <a:lvl1pPr algn="r">
              <a:defRPr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Graphik"/>
                <a:cs typeface="Graphik"/>
              </a:defRPr>
            </a:lvl1pPr>
          </a:lstStyle>
          <a:p>
            <a:pPr marL="11527" marR="0" lvl="0" indent="0" algn="r" defTabSz="914400" rtl="0" eaLnBrk="1" fontAlgn="auto" latinLnBrk="0" hangingPunct="1">
              <a:lnSpc>
                <a:spcPts val="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Copyright</a:t>
            </a:r>
            <a:r>
              <a:rPr kumimoji="0" lang="en-GB" sz="900" b="0" i="0" u="none" strike="noStrike" kern="1200" cap="none" spc="-14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©</a:t>
            </a:r>
            <a:r>
              <a:rPr kumimoji="0" lang="en-GB" sz="900" b="0" i="0" u="none" strike="noStrike" kern="1200" cap="none" spc="-9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2024</a:t>
            </a:r>
            <a:r>
              <a:rPr kumimoji="0" lang="en-GB" sz="900" b="0" i="0" u="none" strike="noStrike" kern="1200" cap="none" spc="-9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 Accenture.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All</a:t>
            </a:r>
            <a:r>
              <a:rPr kumimoji="0" lang="en-GB" sz="900" b="0" i="0" u="none" strike="noStrike" kern="1200" cap="none" spc="-9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rights</a:t>
            </a:r>
            <a:r>
              <a:rPr kumimoji="0" lang="en-GB" sz="900" b="0" i="0" u="none" strike="noStrike" kern="1200" cap="none" spc="-9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/>
                <a:ea typeface="+mn-ea"/>
              </a:rPr>
              <a:t>reserved.</a:t>
            </a:r>
            <a:endParaRPr kumimoji="0" lang="en-GB" sz="900" b="0" i="0" u="none" strike="noStrike" kern="1200" cap="none" spc="-45" normalizeH="0" baseline="0" noProof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Graphik"/>
              <a:ea typeface="+mn-ea"/>
            </a:endParaRP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57214C49-36D6-4B1D-22B2-A82941A7CE36}"/>
              </a:ext>
            </a:extLst>
          </p:cNvPr>
          <p:cNvSpPr txBox="1">
            <a:spLocks/>
          </p:cNvSpPr>
          <p:nvPr userDrawn="1"/>
        </p:nvSpPr>
        <p:spPr>
          <a:xfrm rot="10800000" flipV="1">
            <a:off x="11509845" y="6538813"/>
            <a:ext cx="425238" cy="1384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35" b="0" i="0" kern="1200">
                <a:solidFill>
                  <a:srgbClr val="A29F9D"/>
                </a:solidFill>
                <a:latin typeface="Graphik"/>
                <a:ea typeface="+mn-ea"/>
                <a:cs typeface="Graphik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769226-AE33-44F8-B153-C6D472D17CF4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 Medium" panose="020B0503030202060203" pitchFamily="34" charset="77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Graphik Medium" panose="020B0503030202060203" pitchFamily="34" charset="77"/>
              <a:ea typeface="+mn-ea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FD36F61-E0E3-D2E9-8C04-2F31542D6D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0521" y="376025"/>
            <a:ext cx="10538299" cy="604909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ct val="90000"/>
              </a:lnSpc>
              <a:spcAft>
                <a:spcPts val="0"/>
              </a:spcAft>
              <a:defRPr sz="3000">
                <a:solidFill>
                  <a:schemeClr val="tx1"/>
                </a:solidFill>
                <a:latin typeface="+mj-lt"/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3108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47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6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E2495A-387F-4487-99DA-C1B912412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09282"/>
            <a:ext cx="11420856" cy="60511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B1471-C4E9-49B1-8279-03D2FFDE8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298448"/>
            <a:ext cx="11420856" cy="472744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D3428-6EC2-434A-9201-A0874C1BE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99714" y="6284637"/>
            <a:ext cx="111898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E9892-73ED-8644-8AFE-EEB51BF67FBF}" type="datetime4">
              <a:rPr lang="en-CA" smtClean="0"/>
              <a:t>August 10,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16131-1E12-4FD2-B3B5-0EBF92856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4047" y="6286624"/>
            <a:ext cx="9048437" cy="36512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F3643-EB4B-4E60-89BC-E0DA304B5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852" y="6286624"/>
            <a:ext cx="201619" cy="365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49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7" r:id="rId3"/>
    <p:sldLayoutId id="2147483673" r:id="rId4"/>
    <p:sldLayoutId id="2147483674" r:id="rId5"/>
    <p:sldLayoutId id="2147483675" r:id="rId6"/>
    <p:sldLayoutId id="2147483661" r:id="rId7"/>
    <p:sldLayoutId id="2147483666" r:id="rId8"/>
    <p:sldLayoutId id="2147483682" r:id="rId9"/>
    <p:sldLayoutId id="2147483678" r:id="rId10"/>
    <p:sldLayoutId id="2147483681" r:id="rId11"/>
    <p:sldLayoutId id="2147483663" r:id="rId12"/>
    <p:sldLayoutId id="2147483664" r:id="rId13"/>
    <p:sldLayoutId id="2147483650" r:id="rId14"/>
    <p:sldLayoutId id="2147483662" r:id="rId15"/>
    <p:sldLayoutId id="2147483651" r:id="rId16"/>
    <p:sldLayoutId id="2147483672" r:id="rId17"/>
    <p:sldLayoutId id="2147483652" r:id="rId18"/>
    <p:sldLayoutId id="2147483668" r:id="rId19"/>
    <p:sldLayoutId id="2147483653" r:id="rId20"/>
    <p:sldLayoutId id="2147483669" r:id="rId21"/>
    <p:sldLayoutId id="2147483654" r:id="rId22"/>
    <p:sldLayoutId id="2147483655" r:id="rId23"/>
    <p:sldLayoutId id="2147483670" r:id="rId24"/>
    <p:sldLayoutId id="2147483671" r:id="rId25"/>
    <p:sldLayoutId id="2147483683" r:id="rId2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3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E2495A-387F-4487-99DA-C1B912412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09282"/>
            <a:ext cx="11420856" cy="60511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B1471-C4E9-49B1-8279-03D2FFDE8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298448"/>
            <a:ext cx="11420856" cy="472744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D3428-6EC2-434A-9201-A0874C1BE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99714" y="6284637"/>
            <a:ext cx="111898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2C4D6-D0BD-449D-8C84-CBB8AB784B90}" type="datetime4">
              <a:rPr lang="en-US" smtClean="0"/>
              <a:t>August 10,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16131-1E12-4FD2-B3B5-0EBF92856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4047" y="6286624"/>
            <a:ext cx="9048437" cy="36512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F3643-EB4B-4E60-89BC-E0DA304B5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852" y="6286624"/>
            <a:ext cx="201619" cy="365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D822F-ED39-4FC2-B5B5-D2EAB623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39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710" r:id="rId26"/>
    <p:sldLayoutId id="2147483711" r:id="rId27"/>
    <p:sldLayoutId id="2147483712" r:id="rId2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3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jpeg"/><Relationship Id="rId26" Type="http://schemas.openxmlformats.org/officeDocument/2006/relationships/image" Target="../media/image48.png"/><Relationship Id="rId3" Type="http://schemas.openxmlformats.org/officeDocument/2006/relationships/image" Target="../media/image25.png"/><Relationship Id="rId21" Type="http://schemas.openxmlformats.org/officeDocument/2006/relationships/image" Target="../media/image43.png"/><Relationship Id="rId7" Type="http://schemas.openxmlformats.org/officeDocument/2006/relationships/image" Target="../media/image29.sv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5" Type="http://schemas.openxmlformats.org/officeDocument/2006/relationships/image" Target="../media/image47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46.png"/><Relationship Id="rId5" Type="http://schemas.openxmlformats.org/officeDocument/2006/relationships/image" Target="../media/image27.png"/><Relationship Id="rId15" Type="http://schemas.openxmlformats.org/officeDocument/2006/relationships/image" Target="../media/image37.jpeg"/><Relationship Id="rId23" Type="http://schemas.openxmlformats.org/officeDocument/2006/relationships/image" Target="../media/image45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microsoft.com/office/2018/10/relationships/comments" Target="../comments/modernComment_15A_48655977.xml"/><Relationship Id="rId1" Type="http://schemas.openxmlformats.org/officeDocument/2006/relationships/slideLayout" Target="../slideLayouts/slideLayout2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5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5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53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55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57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58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59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9159A-0F73-1E27-BE20-7EE275BBC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9D3E8EE-8EE9-2CCA-81DB-981FB7F8D1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Architecture Principles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C3073-4603-05AB-F47E-3008CF151F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86500"/>
            <a:ext cx="201613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D822F-ED39-4FC2-B5B5-D2EAB6238DC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515146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515146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335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876903-CA3D-7E82-A382-A3AB81408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>
                <a:latin typeface="Segoe UI" panose="020B0502040204020203" pitchFamily="34" charset="0"/>
              </a:rPr>
              <a:t>Why Architecture Principles Matter for the Data Strategy?</a:t>
            </a:r>
            <a:r>
              <a:rPr lang="en-CA"/>
              <a:t> 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A18066E4-4C66-B5D7-FAA7-280489F8D44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/>
              <a:t>Architecture principles provide the guardrails that align business and technology teams on how data is designed, governed, and consumed at scale - ensuring speed, trust, and future‑readiness without increasing risk.</a:t>
            </a:r>
          </a:p>
          <a:p>
            <a:pPr lvl="1"/>
            <a:r>
              <a:rPr lang="en-CA"/>
              <a:t>Create enterprise alignment by establishing a shared set of non‑negotiables across domains and delivery teams</a:t>
            </a:r>
          </a:p>
          <a:p>
            <a:pPr lvl="1"/>
            <a:r>
              <a:rPr lang="en-CA"/>
              <a:t>Accelerate delivery and reduce rework by removing ambiguity and inconsistent architectural decisions</a:t>
            </a:r>
          </a:p>
          <a:p>
            <a:pPr lvl="1"/>
            <a:r>
              <a:rPr lang="en-CA"/>
              <a:t>Embed trust, security, and compliance by design, rather than relying on manual or after‑the‑fact controls</a:t>
            </a:r>
          </a:p>
          <a:p>
            <a:pPr lvl="1"/>
            <a:r>
              <a:rPr lang="en-CA"/>
              <a:t>Enable reuse and compounding value through standardized, product‑based data patterns</a:t>
            </a:r>
          </a:p>
          <a:p>
            <a:pPr lvl="1"/>
            <a:r>
              <a:rPr lang="en-CA"/>
              <a:t>Future‑proof the platform by ensuring today’s data investments are scalable and AI‑ready</a:t>
            </a:r>
          </a:p>
        </p:txBody>
      </p:sp>
    </p:spTree>
    <p:extLst>
      <p:ext uri="{BB962C8B-B14F-4D97-AF65-F5344CB8AC3E}">
        <p14:creationId xmlns:p14="http://schemas.microsoft.com/office/powerpoint/2010/main" val="505554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75CF3-9042-5837-6B65-C6E7EB294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EA8AB2F-3428-3FE5-BD20-FB0E62A21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295" y="-15037"/>
            <a:ext cx="11680490" cy="605118"/>
          </a:xfrm>
        </p:spPr>
        <p:txBody>
          <a:bodyPr>
            <a:normAutofit/>
          </a:bodyPr>
          <a:lstStyle/>
          <a:p>
            <a:r>
              <a:rPr lang="en-US" sz="2700"/>
              <a:t>Canada Life’s Next-Gen Unified Data Platform for Insight, Innovation, and AI</a:t>
            </a:r>
            <a:endParaRPr lang="en-US" sz="2700"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7C1D7-C109-1FF4-3858-BE57FAD632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D29B3-3718-49D1-8532-8733C4D964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515146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515146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7C11D6-BCB8-7573-0079-7E705923D797}"/>
              </a:ext>
            </a:extLst>
          </p:cNvPr>
          <p:cNvSpPr/>
          <p:nvPr/>
        </p:nvSpPr>
        <p:spPr>
          <a:xfrm>
            <a:off x="289471" y="552803"/>
            <a:ext cx="11455232" cy="55224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63630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modern data foundation that standardizes how insights are created, shared, and operationalized at scale</a:t>
            </a:r>
            <a:endParaRPr kumimoji="0" lang="en-CA" sz="1400" b="0" i="0" u="none" strike="noStrike" kern="1200" cap="none" spc="0" normalizeH="0" baseline="0" noProof="0">
              <a:ln>
                <a:noFill/>
              </a:ln>
              <a:solidFill>
                <a:srgbClr val="363630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72F33E7-999D-F2B3-1B2D-8A58FE33E5F2}"/>
              </a:ext>
            </a:extLst>
          </p:cNvPr>
          <p:cNvSpPr/>
          <p:nvPr/>
        </p:nvSpPr>
        <p:spPr>
          <a:xfrm>
            <a:off x="301124" y="6256495"/>
            <a:ext cx="6328276" cy="28981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515146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*Note: </a:t>
            </a: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515146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sources &amp; Enterprise Intelligence technologies are not exhaustive and may evolve</a:t>
            </a:r>
            <a:endParaRPr kumimoji="0" lang="en-CA" sz="1100" b="0" i="1" u="none" strike="noStrike" kern="1200" cap="none" spc="0" normalizeH="0" baseline="0" noProof="0" err="1">
              <a:ln>
                <a:noFill/>
              </a:ln>
              <a:solidFill>
                <a:srgbClr val="515146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1" name="Picture 4" descr="Informatica - Wikipedia">
            <a:extLst>
              <a:ext uri="{FF2B5EF4-FFF2-40B4-BE49-F238E27FC236}">
                <a16:creationId xmlns:a16="http://schemas.microsoft.com/office/drawing/2014/main" id="{ECA70FCB-2E23-DCF0-7C79-14C0722F8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278" y="5687202"/>
            <a:ext cx="932562" cy="33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FF2973B4-C93E-5002-0930-CFA4335EB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398" y="5591051"/>
            <a:ext cx="901468" cy="47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 descr="Azure Logo, Blue Mark, Tech Emblem ...">
            <a:extLst>
              <a:ext uri="{FF2B5EF4-FFF2-40B4-BE49-F238E27FC236}">
                <a16:creationId xmlns:a16="http://schemas.microsoft.com/office/drawing/2014/main" id="{44B46063-F61F-0BC2-3CFD-584B953DD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000" y="5638276"/>
            <a:ext cx="402467" cy="402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 descr="Free Ibm Logo Icon - Download or Copy ...">
            <a:extLst>
              <a:ext uri="{FF2B5EF4-FFF2-40B4-BE49-F238E27FC236}">
                <a16:creationId xmlns:a16="http://schemas.microsoft.com/office/drawing/2014/main" id="{3F55316A-6D87-F700-5407-39B382586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677" y="5613947"/>
            <a:ext cx="456504" cy="45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129">
            <a:extLst>
              <a:ext uri="{FF2B5EF4-FFF2-40B4-BE49-F238E27FC236}">
                <a16:creationId xmlns:a16="http://schemas.microsoft.com/office/drawing/2014/main" id="{18AFD929-BAFC-0C4B-59D4-B4E72941C1EB}"/>
              </a:ext>
            </a:extLst>
          </p:cNvPr>
          <p:cNvSpPr/>
          <p:nvPr/>
        </p:nvSpPr>
        <p:spPr>
          <a:xfrm>
            <a:off x="4218070" y="1802424"/>
            <a:ext cx="3842949" cy="3697181"/>
          </a:xfrm>
          <a:prstGeom prst="roundRect">
            <a:avLst>
              <a:gd name="adj" fmla="val 2921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E" sz="1400" b="1" i="0" u="none" strike="noStrike" kern="1200" cap="none" spc="0" normalizeH="0" baseline="0" noProof="0">
                <a:ln>
                  <a:noFill/>
                </a:ln>
                <a:solidFill>
                  <a:srgbClr val="9A0A2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NORTH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E" sz="1000" b="1" i="0" u="none" strike="noStrike" kern="1200" cap="none" spc="0" normalizeH="0" baseline="0" noProof="0">
                <a:ln>
                  <a:noFill/>
                </a:ln>
                <a:solidFill>
                  <a:srgbClr val="9A0A2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(Next-Gen Organizational Repository for Trusted and High Value Data</a:t>
            </a:r>
            <a:r>
              <a:rPr kumimoji="0" lang="en-AE" sz="1400" b="1" i="0" u="none" strike="noStrike" kern="1200" cap="none" spc="0" normalizeH="0" baseline="0" noProof="0">
                <a:ln>
                  <a:noFill/>
                </a:ln>
                <a:solidFill>
                  <a:srgbClr val="9A0A2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  <a:endParaRPr kumimoji="0" lang="en-AE" sz="1600" b="1" i="0" u="none" strike="noStrike" kern="1200" cap="none" spc="0" normalizeH="0" baseline="0" noProof="0">
              <a:ln>
                <a:noFill/>
              </a:ln>
              <a:solidFill>
                <a:srgbClr val="9A0A2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33970B4-668C-FB77-8DF4-E732FE42020C}"/>
              </a:ext>
            </a:extLst>
          </p:cNvPr>
          <p:cNvSpPr/>
          <p:nvPr/>
        </p:nvSpPr>
        <p:spPr>
          <a:xfrm>
            <a:off x="5669349" y="2617415"/>
            <a:ext cx="1086235" cy="2038911"/>
          </a:xfrm>
          <a:prstGeom prst="roundRect">
            <a:avLst>
              <a:gd name="adj" fmla="val 8149"/>
            </a:avLst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82880" tIns="0" bIns="0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Governed &amp; High-Quality Data Products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32192D-7323-A7D6-47D5-7404DA1489A1}"/>
              </a:ext>
            </a:extLst>
          </p:cNvPr>
          <p:cNvSpPr/>
          <p:nvPr/>
        </p:nvSpPr>
        <p:spPr>
          <a:xfrm>
            <a:off x="8687096" y="3355751"/>
            <a:ext cx="2395226" cy="36168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Experience:</a:t>
            </a: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Enterprise Applications &amp; Omni-Channel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3F4E95-A0DE-B9C8-A297-4FCB8E168D5B}"/>
              </a:ext>
            </a:extLst>
          </p:cNvPr>
          <p:cNvSpPr/>
          <p:nvPr/>
        </p:nvSpPr>
        <p:spPr>
          <a:xfrm>
            <a:off x="8687096" y="3751598"/>
            <a:ext cx="2395226" cy="27848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05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Insights:</a:t>
            </a: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Self Serve Analytics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9DC14B-3E32-371B-9C9F-451574033EA2}"/>
              </a:ext>
            </a:extLst>
          </p:cNvPr>
          <p:cNvSpPr/>
          <p:nvPr/>
        </p:nvSpPr>
        <p:spPr>
          <a:xfrm>
            <a:off x="8687096" y="3045049"/>
            <a:ext cx="2395226" cy="27848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AI:</a:t>
            </a: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Gen AI/ Agentic AI / ML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D166CC-045C-A735-E439-E1A96EAB6C83}"/>
              </a:ext>
            </a:extLst>
          </p:cNvPr>
          <p:cNvSpPr/>
          <p:nvPr/>
        </p:nvSpPr>
        <p:spPr>
          <a:xfrm>
            <a:off x="8687096" y="4060207"/>
            <a:ext cx="2395226" cy="27848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Business Intelligence:</a:t>
            </a: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Reporting</a:t>
            </a:r>
          </a:p>
        </p:txBody>
      </p:sp>
      <p:sp>
        <p:nvSpPr>
          <p:cNvPr id="28" name="Rounded Rectangle 12">
            <a:extLst>
              <a:ext uri="{FF2B5EF4-FFF2-40B4-BE49-F238E27FC236}">
                <a16:creationId xmlns:a16="http://schemas.microsoft.com/office/drawing/2014/main" id="{F7B90425-084B-68DB-CB92-6D14D5973882}"/>
              </a:ext>
            </a:extLst>
          </p:cNvPr>
          <p:cNvSpPr/>
          <p:nvPr/>
        </p:nvSpPr>
        <p:spPr>
          <a:xfrm>
            <a:off x="6814750" y="2604082"/>
            <a:ext cx="1135756" cy="2048462"/>
          </a:xfrm>
          <a:prstGeom prst="roundRect">
            <a:avLst>
              <a:gd name="adj" fmla="val 8149"/>
            </a:avLst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82880" tIns="0" bIns="0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Information Access Layer</a:t>
            </a: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ounded Rectangle 12">
            <a:extLst>
              <a:ext uri="{FF2B5EF4-FFF2-40B4-BE49-F238E27FC236}">
                <a16:creationId xmlns:a16="http://schemas.microsoft.com/office/drawing/2014/main" id="{E909DBCD-145E-6240-9406-E8141D8B5C60}"/>
              </a:ext>
            </a:extLst>
          </p:cNvPr>
          <p:cNvSpPr/>
          <p:nvPr/>
        </p:nvSpPr>
        <p:spPr>
          <a:xfrm>
            <a:off x="4399879" y="2623232"/>
            <a:ext cx="1190947" cy="992020"/>
          </a:xfrm>
          <a:prstGeom prst="roundRect">
            <a:avLst>
              <a:gd name="adj" fmla="val 8149"/>
            </a:avLst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82880" tIns="0" rIns="91440" bIns="0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Repositories</a:t>
            </a: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Rounded Rectangle 12">
            <a:extLst>
              <a:ext uri="{FF2B5EF4-FFF2-40B4-BE49-F238E27FC236}">
                <a16:creationId xmlns:a16="http://schemas.microsoft.com/office/drawing/2014/main" id="{9FB72B0A-260A-44CE-6A0D-AE2419620763}"/>
              </a:ext>
            </a:extLst>
          </p:cNvPr>
          <p:cNvSpPr/>
          <p:nvPr/>
        </p:nvSpPr>
        <p:spPr>
          <a:xfrm>
            <a:off x="4412332" y="3660524"/>
            <a:ext cx="1190947" cy="992020"/>
          </a:xfrm>
          <a:prstGeom prst="roundRect">
            <a:avLst>
              <a:gd name="adj" fmla="val 8149"/>
            </a:avLst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82880" tIns="0" rIns="91440" bIns="0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Supply Chain</a:t>
            </a: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4" name="Graphic 33" descr="Tablet with solid fill">
            <a:extLst>
              <a:ext uri="{FF2B5EF4-FFF2-40B4-BE49-F238E27FC236}">
                <a16:creationId xmlns:a16="http://schemas.microsoft.com/office/drawing/2014/main" id="{254BE5F6-86BE-2397-2482-7408252B73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78141" y="1967483"/>
            <a:ext cx="3413136" cy="3413136"/>
          </a:xfrm>
          <a:prstGeom prst="rect">
            <a:avLst/>
          </a:prstGeom>
        </p:spPr>
      </p:pic>
      <p:sp>
        <p:nvSpPr>
          <p:cNvPr id="45" name="Arrow: Pentagon 44">
            <a:extLst>
              <a:ext uri="{FF2B5EF4-FFF2-40B4-BE49-F238E27FC236}">
                <a16:creationId xmlns:a16="http://schemas.microsoft.com/office/drawing/2014/main" id="{FC799E0A-1AC6-EC51-7E59-5F083A3BE1BD}"/>
              </a:ext>
            </a:extLst>
          </p:cNvPr>
          <p:cNvSpPr/>
          <p:nvPr/>
        </p:nvSpPr>
        <p:spPr>
          <a:xfrm>
            <a:off x="8061019" y="1313746"/>
            <a:ext cx="3365752" cy="318916"/>
          </a:xfrm>
          <a:prstGeom prst="homePlate">
            <a:avLst/>
          </a:prstGeom>
          <a:solidFill>
            <a:schemeClr val="tx2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Enterprise Intelligence</a:t>
            </a:r>
            <a:endParaRPr kumimoji="0" lang="en-CA" sz="9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4" name="Arrow: Pentagon 43">
            <a:extLst>
              <a:ext uri="{FF2B5EF4-FFF2-40B4-BE49-F238E27FC236}">
                <a16:creationId xmlns:a16="http://schemas.microsoft.com/office/drawing/2014/main" id="{326BD0C4-616B-6B07-9A9C-8894C5962E7E}"/>
              </a:ext>
            </a:extLst>
          </p:cNvPr>
          <p:cNvSpPr/>
          <p:nvPr/>
        </p:nvSpPr>
        <p:spPr>
          <a:xfrm>
            <a:off x="4077015" y="1313746"/>
            <a:ext cx="4101126" cy="318916"/>
          </a:xfrm>
          <a:prstGeom prst="homePlate">
            <a:avLst/>
          </a:prstGeom>
          <a:solidFill>
            <a:srgbClr val="A20A28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The Next-Gen Unified Data Platform</a:t>
            </a:r>
            <a:endParaRPr kumimoji="0" lang="en-CA" sz="9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3" name="Arrow: Pentagon 42">
            <a:extLst>
              <a:ext uri="{FF2B5EF4-FFF2-40B4-BE49-F238E27FC236}">
                <a16:creationId xmlns:a16="http://schemas.microsoft.com/office/drawing/2014/main" id="{5AD37FAE-78BD-B240-5817-61BD25D0FFE5}"/>
              </a:ext>
            </a:extLst>
          </p:cNvPr>
          <p:cNvSpPr/>
          <p:nvPr/>
        </p:nvSpPr>
        <p:spPr>
          <a:xfrm>
            <a:off x="858581" y="1313746"/>
            <a:ext cx="3381867" cy="318916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Enterprise Sources</a:t>
            </a:r>
            <a:endParaRPr kumimoji="0" lang="en-CA" sz="9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ounded Rectangle 12">
            <a:extLst>
              <a:ext uri="{FF2B5EF4-FFF2-40B4-BE49-F238E27FC236}">
                <a16:creationId xmlns:a16="http://schemas.microsoft.com/office/drawing/2014/main" id="{F0290EC5-F3EB-5AEB-E5B2-A271362D6F6A}"/>
              </a:ext>
            </a:extLst>
          </p:cNvPr>
          <p:cNvSpPr/>
          <p:nvPr/>
        </p:nvSpPr>
        <p:spPr>
          <a:xfrm>
            <a:off x="4412332" y="4741433"/>
            <a:ext cx="3583690" cy="566726"/>
          </a:xfrm>
          <a:prstGeom prst="roundRect">
            <a:avLst>
              <a:gd name="adj" fmla="val 8149"/>
            </a:avLst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82880" tIns="0" rIns="91440" bIns="0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Governance, Security &amp; Metadata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85FF71C1-8192-73F2-F7CC-C85DE8966C66}"/>
              </a:ext>
            </a:extLst>
          </p:cNvPr>
          <p:cNvSpPr/>
          <p:nvPr/>
        </p:nvSpPr>
        <p:spPr>
          <a:xfrm>
            <a:off x="7955384" y="3522527"/>
            <a:ext cx="466786" cy="318916"/>
          </a:xfrm>
          <a:prstGeom prst="leftRightArrow">
            <a:avLst>
              <a:gd name="adj1" fmla="val 50000"/>
              <a:gd name="adj2" fmla="val 39381"/>
            </a:avLst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5ABBF1A8-5782-DF44-D8AB-2CAE707A3AD2}"/>
              </a:ext>
            </a:extLst>
          </p:cNvPr>
          <p:cNvSpPr/>
          <p:nvPr/>
        </p:nvSpPr>
        <p:spPr>
          <a:xfrm>
            <a:off x="3946364" y="3522527"/>
            <a:ext cx="362321" cy="318916"/>
          </a:xfrm>
          <a:prstGeom prst="rightArrow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Picture 2" descr="Salesforce Logo - Salesforce">
            <a:extLst>
              <a:ext uri="{FF2B5EF4-FFF2-40B4-BE49-F238E27FC236}">
                <a16:creationId xmlns:a16="http://schemas.microsoft.com/office/drawing/2014/main" id="{1A120628-FFAD-B966-15A5-82B135139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563" y="2266240"/>
            <a:ext cx="726729" cy="53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rstanding Siebel for beginners - anjalimehta - Medium">
            <a:extLst>
              <a:ext uri="{FF2B5EF4-FFF2-40B4-BE49-F238E27FC236}">
                <a16:creationId xmlns:a16="http://schemas.microsoft.com/office/drawing/2014/main" id="{1F10111D-2142-E774-8948-849D7CB1A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283" y="2368891"/>
            <a:ext cx="601664" cy="32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FactSet">
            <a:extLst>
              <a:ext uri="{FF2B5EF4-FFF2-40B4-BE49-F238E27FC236}">
                <a16:creationId xmlns:a16="http://schemas.microsoft.com/office/drawing/2014/main" id="{E375D3E4-3B31-247E-1FD4-E4A8038F6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64" y="4938443"/>
            <a:ext cx="631507" cy="354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AP Logo PNG Vector (SVG) Free Download">
            <a:extLst>
              <a:ext uri="{FF2B5EF4-FFF2-40B4-BE49-F238E27FC236}">
                <a16:creationId xmlns:a16="http://schemas.microsoft.com/office/drawing/2014/main" id="{60AEAC4F-E269-89ED-1557-0C5EEB2CD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210" y="3840959"/>
            <a:ext cx="645561" cy="64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7FD148F-9FD2-E412-C76D-E634446FFC16}"/>
              </a:ext>
            </a:extLst>
          </p:cNvPr>
          <p:cNvSpPr/>
          <p:nvPr/>
        </p:nvSpPr>
        <p:spPr>
          <a:xfrm rot="16200000">
            <a:off x="-4642" y="2463466"/>
            <a:ext cx="1392006" cy="25911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A20A2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Canada Life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A20A28"/>
              </a:solidFill>
              <a:effectLst/>
              <a:uLnTx/>
              <a:uFillTx/>
              <a:latin typeface="Arial" panose="020B0604020202020204"/>
              <a:ea typeface="+mn-ea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5BA7A9-1C27-B650-EB0C-70765767FD78}"/>
              </a:ext>
            </a:extLst>
          </p:cNvPr>
          <p:cNvSpPr/>
          <p:nvPr/>
        </p:nvSpPr>
        <p:spPr>
          <a:xfrm rot="16200000">
            <a:off x="22810" y="3807204"/>
            <a:ext cx="1392006" cy="25911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A20A2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Canada Managed Lifeco Data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A20A28"/>
              </a:solidFill>
              <a:effectLst/>
              <a:uLnTx/>
              <a:uFillTx/>
              <a:latin typeface="Arial" panose="020B0604020202020204"/>
              <a:ea typeface="+mn-ea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DC3E1C-12E9-D737-C5F8-B459912D827D}"/>
              </a:ext>
            </a:extLst>
          </p:cNvPr>
          <p:cNvSpPr/>
          <p:nvPr/>
        </p:nvSpPr>
        <p:spPr>
          <a:xfrm rot="16200000">
            <a:off x="-4641" y="4659540"/>
            <a:ext cx="1392006" cy="25911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A20A2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External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A20A28"/>
              </a:solidFill>
              <a:effectLst/>
              <a:uLnTx/>
              <a:uFillTx/>
              <a:latin typeface="Arial" panose="020B0604020202020204"/>
              <a:ea typeface="+mn-ea"/>
              <a:cs typeface="Arial"/>
            </a:endParaRPr>
          </a:p>
        </p:txBody>
      </p:sp>
      <p:pic>
        <p:nvPicPr>
          <p:cNvPr id="16" name="Picture 2" descr="Bloomberg Logo: valor, história, PNG">
            <a:extLst>
              <a:ext uri="{FF2B5EF4-FFF2-40B4-BE49-F238E27FC236}">
                <a16:creationId xmlns:a16="http://schemas.microsoft.com/office/drawing/2014/main" id="{42D43B2E-663F-5E7F-1C46-3322651A7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992" y="4839029"/>
            <a:ext cx="819161" cy="460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WS renews Amazon Connect and deepens ...">
            <a:extLst>
              <a:ext uri="{FF2B5EF4-FFF2-40B4-BE49-F238E27FC236}">
                <a16:creationId xmlns:a16="http://schemas.microsoft.com/office/drawing/2014/main" id="{8F9AF51F-9150-4C13-2495-EC025CBC9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826" y="2856188"/>
            <a:ext cx="897659" cy="666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harePoint Logo, symbol, meaning ...">
            <a:extLst>
              <a:ext uri="{FF2B5EF4-FFF2-40B4-BE49-F238E27FC236}">
                <a16:creationId xmlns:a16="http://schemas.microsoft.com/office/drawing/2014/main" id="{24F3BC34-BFCC-BFBB-7808-A37EDEF70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304" y="2943156"/>
            <a:ext cx="657467" cy="36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Data Warehouse Architecture icon line ...">
            <a:extLst>
              <a:ext uri="{FF2B5EF4-FFF2-40B4-BE49-F238E27FC236}">
                <a16:creationId xmlns:a16="http://schemas.microsoft.com/office/drawing/2014/main" id="{D68C0FB4-CF1C-BB53-B2B3-43474C79C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804" y="3024937"/>
            <a:ext cx="528184" cy="528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9573A5D-D9DF-785A-85EC-E91A37E574A9}"/>
              </a:ext>
            </a:extLst>
          </p:cNvPr>
          <p:cNvSpPr/>
          <p:nvPr/>
        </p:nvSpPr>
        <p:spPr>
          <a:xfrm>
            <a:off x="2678573" y="3452442"/>
            <a:ext cx="1392006" cy="25911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151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Business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5151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datamarts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515146"/>
              </a:solidFill>
              <a:effectLst/>
              <a:uLnTx/>
              <a:uFillTx/>
              <a:latin typeface="Arial" panose="020B0604020202020204"/>
              <a:ea typeface="+mn-ea"/>
              <a:cs typeface="Arial"/>
            </a:endParaRPr>
          </a:p>
        </p:txBody>
      </p:sp>
      <p:pic>
        <p:nvPicPr>
          <p:cNvPr id="1048" name="Picture 24" descr="Cloven Partnership | Top Advisor CRM">
            <a:extLst>
              <a:ext uri="{FF2B5EF4-FFF2-40B4-BE49-F238E27FC236}">
                <a16:creationId xmlns:a16="http://schemas.microsoft.com/office/drawing/2014/main" id="{01A0293E-D451-BFBD-491B-104F0F43A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246" y="3970820"/>
            <a:ext cx="729720" cy="335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DXC Technology cuts ivari insurance ...">
            <a:extLst>
              <a:ext uri="{FF2B5EF4-FFF2-40B4-BE49-F238E27FC236}">
                <a16:creationId xmlns:a16="http://schemas.microsoft.com/office/drawing/2014/main" id="{6227DDF4-0111-E367-C959-A9CD251D0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707" y="2240879"/>
            <a:ext cx="545027" cy="545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File:Microsoft Office Excel (2025 ...">
            <a:extLst>
              <a:ext uri="{FF2B5EF4-FFF2-40B4-BE49-F238E27FC236}">
                <a16:creationId xmlns:a16="http://schemas.microsoft.com/office/drawing/2014/main" id="{6EA1D8B9-CEFC-3D06-ADD3-ADD42C360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090" y="3476019"/>
            <a:ext cx="338088" cy="348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Mainframe Icon in Trendy Design Style. Mainframe Icon ...">
            <a:extLst>
              <a:ext uri="{FF2B5EF4-FFF2-40B4-BE49-F238E27FC236}">
                <a16:creationId xmlns:a16="http://schemas.microsoft.com/office/drawing/2014/main" id="{5261659C-1A9C-4D7A-5B94-42D047D0F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294" y="2361106"/>
            <a:ext cx="723325" cy="67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F7017BC-FCA3-D515-152F-06AC69F4B55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27106" y="4323451"/>
            <a:ext cx="801163" cy="346133"/>
          </a:xfrm>
          <a:prstGeom prst="rect">
            <a:avLst/>
          </a:prstGeom>
        </p:spPr>
      </p:pic>
      <p:pic>
        <p:nvPicPr>
          <p:cNvPr id="32" name="Picture 18" descr="Power Bi | Vivantio">
            <a:extLst>
              <a:ext uri="{FF2B5EF4-FFF2-40B4-BE49-F238E27FC236}">
                <a16:creationId xmlns:a16="http://schemas.microsoft.com/office/drawing/2014/main" id="{C30052D8-B0A0-A59B-A39F-44078EACE7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64" t="12069" r="33867" b="14632"/>
          <a:stretch/>
        </p:blipFill>
        <p:spPr bwMode="auto">
          <a:xfrm>
            <a:off x="8329371" y="5599209"/>
            <a:ext cx="441813" cy="480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Azure AI Foundry - Building generative ...">
            <a:extLst>
              <a:ext uri="{FF2B5EF4-FFF2-40B4-BE49-F238E27FC236}">
                <a16:creationId xmlns:a16="http://schemas.microsoft.com/office/drawing/2014/main" id="{7579791C-525A-87EC-C927-800F0F9D7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7324" y="5628485"/>
            <a:ext cx="675931" cy="52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Open AI Logo PNG Vector (SVG) Free Download">
            <a:extLst>
              <a:ext uri="{FF2B5EF4-FFF2-40B4-BE49-F238E27FC236}">
                <a16:creationId xmlns:a16="http://schemas.microsoft.com/office/drawing/2014/main" id="{94E84FAF-F7FB-09B2-EBED-ADCD4B23D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6168" y="5672163"/>
            <a:ext cx="364504" cy="364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FNZ (company) - Wikipedia">
            <a:extLst>
              <a:ext uri="{FF2B5EF4-FFF2-40B4-BE49-F238E27FC236}">
                <a16:creationId xmlns:a16="http://schemas.microsoft.com/office/drawing/2014/main" id="{D8F2327F-5F6C-31CC-4325-208E7A9F3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720" y="5673925"/>
            <a:ext cx="670523" cy="40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Multifonds - Crunchbase Company Profile ...">
            <a:extLst>
              <a:ext uri="{FF2B5EF4-FFF2-40B4-BE49-F238E27FC236}">
                <a16:creationId xmlns:a16="http://schemas.microsoft.com/office/drawing/2014/main" id="{763D75A1-0194-FA10-6E6C-C038EE9EB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3376" y="3814311"/>
            <a:ext cx="781574" cy="781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Rounded Rectangle 12">
            <a:extLst>
              <a:ext uri="{FF2B5EF4-FFF2-40B4-BE49-F238E27FC236}">
                <a16:creationId xmlns:a16="http://schemas.microsoft.com/office/drawing/2014/main" id="{B07CE6F4-3CB1-1476-032C-F5CDE546066A}"/>
              </a:ext>
            </a:extLst>
          </p:cNvPr>
          <p:cNvSpPr/>
          <p:nvPr/>
        </p:nvSpPr>
        <p:spPr>
          <a:xfrm>
            <a:off x="831726" y="5568234"/>
            <a:ext cx="2959008" cy="289811"/>
          </a:xfrm>
          <a:prstGeom prst="roundRect">
            <a:avLst>
              <a:gd name="adj" fmla="val 8149"/>
            </a:avLst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82880" tIns="0" rIns="91440" bIns="0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5151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Structured Data | Transactional Data | Unstructured Data | Documents | Voice</a:t>
            </a:r>
          </a:p>
        </p:txBody>
      </p:sp>
      <p:pic>
        <p:nvPicPr>
          <p:cNvPr id="1062" name="Picture 38" descr="An Introduction to AWS. Amazon Web ...">
            <a:extLst>
              <a:ext uri="{FF2B5EF4-FFF2-40B4-BE49-F238E27FC236}">
                <a16:creationId xmlns:a16="http://schemas.microsoft.com/office/drawing/2014/main" id="{04ACB29F-76D4-7C50-50A1-EC376E5F3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4194" y="5626351"/>
            <a:ext cx="589750" cy="441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Rounded Rectangle 129">
            <a:extLst>
              <a:ext uri="{FF2B5EF4-FFF2-40B4-BE49-F238E27FC236}">
                <a16:creationId xmlns:a16="http://schemas.microsoft.com/office/drawing/2014/main" id="{B6255FCE-416C-6B3A-0842-0C0D3730DF4A}"/>
              </a:ext>
            </a:extLst>
          </p:cNvPr>
          <p:cNvSpPr/>
          <p:nvPr/>
        </p:nvSpPr>
        <p:spPr>
          <a:xfrm>
            <a:off x="8625711" y="1916767"/>
            <a:ext cx="2456611" cy="578328"/>
          </a:xfrm>
          <a:prstGeom prst="roundRect">
            <a:avLst>
              <a:gd name="adj" fmla="val 2921"/>
            </a:avLst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E" sz="1200" b="1" i="0" u="none" strike="noStrike" kern="1200" cap="none" spc="0" normalizeH="0" baseline="0" noProof="0">
                <a:ln>
                  <a:noFill/>
                </a:ln>
                <a:solidFill>
                  <a:srgbClr val="9A0A2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Enabled User Journeys</a:t>
            </a:r>
            <a:endParaRPr kumimoji="0" lang="en-AE" sz="1400" b="1" i="0" u="none" strike="noStrike" kern="1200" cap="none" spc="0" normalizeH="0" baseline="0" noProof="0">
              <a:ln>
                <a:noFill/>
              </a:ln>
              <a:solidFill>
                <a:srgbClr val="9A0A2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0581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620B5-2623-ABD8-53A0-A28BCE74A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CD5F61-9871-0100-B69B-4B39FE8C8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37" y="3275402"/>
            <a:ext cx="6133798" cy="264807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B7241B-0F77-D86D-F549-CEF8BDB567E0}"/>
              </a:ext>
            </a:extLst>
          </p:cNvPr>
          <p:cNvCxnSpPr/>
          <p:nvPr/>
        </p:nvCxnSpPr>
        <p:spPr>
          <a:xfrm>
            <a:off x="7281936" y="1357145"/>
            <a:ext cx="0" cy="4748382"/>
          </a:xfrm>
          <a:prstGeom prst="line">
            <a:avLst/>
          </a:prstGeom>
          <a:ln w="28575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4894ECB7-594F-D972-C2E0-A28D7E0DF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295" y="-15037"/>
            <a:ext cx="11680490" cy="605118"/>
          </a:xfrm>
        </p:spPr>
        <p:txBody>
          <a:bodyPr wrap="square" lIns="0" tIns="0" rIns="0" bIns="0" anchor="b" anchorCtr="0">
            <a:noAutofit/>
          </a:bodyPr>
          <a:lstStyle/>
          <a:p>
            <a:r>
              <a:rPr lang="en-US" sz="2700">
                <a:solidFill>
                  <a:srgbClr val="A20A28"/>
                </a:solidFill>
                <a:latin typeface="Arial" panose="020B0604020202020204" pitchFamily="34" charset="0"/>
                <a:cs typeface="Arial"/>
              </a:rPr>
              <a:t>Canada Life's Data Value Chain – Key Principles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DE656-99A8-6559-EF55-46BB76C0D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D29B3-3718-49D1-8532-8733C4D964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515146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515146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D13A9DE-23E3-9412-9442-EF5AFA88E170}"/>
              </a:ext>
            </a:extLst>
          </p:cNvPr>
          <p:cNvCxnSpPr/>
          <p:nvPr/>
        </p:nvCxnSpPr>
        <p:spPr>
          <a:xfrm>
            <a:off x="6506741" y="1359996"/>
            <a:ext cx="0" cy="4748382"/>
          </a:xfrm>
          <a:prstGeom prst="line">
            <a:avLst/>
          </a:prstGeom>
          <a:ln w="28575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B101625-D4F5-A0F6-8F53-34F461051AD4}"/>
              </a:ext>
            </a:extLst>
          </p:cNvPr>
          <p:cNvCxnSpPr/>
          <p:nvPr/>
        </p:nvCxnSpPr>
        <p:spPr>
          <a:xfrm>
            <a:off x="7281936" y="1359996"/>
            <a:ext cx="0" cy="4748382"/>
          </a:xfrm>
          <a:prstGeom prst="line">
            <a:avLst/>
          </a:prstGeom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88DEFC1-6389-02EB-9D00-41F012DB4074}"/>
              </a:ext>
            </a:extLst>
          </p:cNvPr>
          <p:cNvCxnSpPr/>
          <p:nvPr/>
        </p:nvCxnSpPr>
        <p:spPr>
          <a:xfrm>
            <a:off x="6895907" y="1359996"/>
            <a:ext cx="0" cy="4748382"/>
          </a:xfrm>
          <a:prstGeom prst="line">
            <a:avLst/>
          </a:prstGeom>
          <a:ln w="190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ABD5823-5375-B866-6099-594B76827D85}"/>
              </a:ext>
            </a:extLst>
          </p:cNvPr>
          <p:cNvCxnSpPr>
            <a:cxnSpLocks/>
          </p:cNvCxnSpPr>
          <p:nvPr/>
        </p:nvCxnSpPr>
        <p:spPr>
          <a:xfrm>
            <a:off x="7063006" y="1462045"/>
            <a:ext cx="4428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8664E029-BFEC-B80F-352A-090C7A7E1174}"/>
              </a:ext>
            </a:extLst>
          </p:cNvPr>
          <p:cNvSpPr/>
          <p:nvPr/>
        </p:nvSpPr>
        <p:spPr>
          <a:xfrm>
            <a:off x="7072677" y="1359929"/>
            <a:ext cx="199587" cy="204231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  <a:endParaRPr kumimoji="0" lang="en-CA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6520AB7-1D5A-2CD7-40B9-BC8F14838800}"/>
              </a:ext>
            </a:extLst>
          </p:cNvPr>
          <p:cNvSpPr/>
          <p:nvPr/>
        </p:nvSpPr>
        <p:spPr>
          <a:xfrm>
            <a:off x="465776" y="1276717"/>
            <a:ext cx="5937457" cy="199868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Today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Canada Life relies heavily on manual reporting and fragmented data assets, resulting in inconsistent insights and slow time to value. The </a:t>
            </a:r>
            <a:r>
              <a:rPr kumimoji="0" lang="en-US" sz="1100" b="1" i="1" u="none" strike="noStrike" kern="1200" cap="none" spc="0" normalizeH="0" baseline="0" noProof="0">
                <a:ln>
                  <a:noFill/>
                </a:ln>
                <a:solidFill>
                  <a:srgbClr val="A20A2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NORTH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 Platform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addresses these challenges by enabling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incremental, reusable data products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that are governed once and leveraged broadly across the enterprise.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 deliver this shift, the platform is underpinned by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clear enterprise principles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—ensuring data is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captured comprehensively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standardized and governed at the source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built once for reuse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made accessible through a single, trusted access layer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Together, these principles enable business teams to rapidly generate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trusted reporting, advanced analytics, and AI-driven insights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at scale.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1F0F35B-7200-D89E-8FA2-5033AFF8DC10}"/>
              </a:ext>
            </a:extLst>
          </p:cNvPr>
          <p:cNvCxnSpPr>
            <a:cxnSpLocks/>
          </p:cNvCxnSpPr>
          <p:nvPr/>
        </p:nvCxnSpPr>
        <p:spPr>
          <a:xfrm>
            <a:off x="7097820" y="2252514"/>
            <a:ext cx="4428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2F2FD42C-B318-296C-326A-E8DE9275129F}"/>
              </a:ext>
            </a:extLst>
          </p:cNvPr>
          <p:cNvSpPr/>
          <p:nvPr/>
        </p:nvSpPr>
        <p:spPr>
          <a:xfrm>
            <a:off x="7072677" y="2150398"/>
            <a:ext cx="199587" cy="204231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  <a:endParaRPr kumimoji="0" lang="en-CA" sz="9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72D7044-FA9C-4BC4-00C4-EF9BDE7AA2EB}"/>
              </a:ext>
            </a:extLst>
          </p:cNvPr>
          <p:cNvCxnSpPr>
            <a:cxnSpLocks/>
          </p:cNvCxnSpPr>
          <p:nvPr/>
        </p:nvCxnSpPr>
        <p:spPr>
          <a:xfrm>
            <a:off x="7099754" y="3042983"/>
            <a:ext cx="4428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16E5FA4E-7A34-53C8-A310-7E64CE3DC2D2}"/>
              </a:ext>
            </a:extLst>
          </p:cNvPr>
          <p:cNvSpPr/>
          <p:nvPr/>
        </p:nvSpPr>
        <p:spPr>
          <a:xfrm>
            <a:off x="7072677" y="2940867"/>
            <a:ext cx="199587" cy="204231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</a:t>
            </a:r>
            <a:endParaRPr kumimoji="0" lang="en-CA" sz="9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18F026D-2B8C-1AA0-8A5F-332438EACAFC}"/>
              </a:ext>
            </a:extLst>
          </p:cNvPr>
          <p:cNvCxnSpPr>
            <a:cxnSpLocks/>
          </p:cNvCxnSpPr>
          <p:nvPr/>
        </p:nvCxnSpPr>
        <p:spPr>
          <a:xfrm>
            <a:off x="7117159" y="3833452"/>
            <a:ext cx="4428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0B2B26D0-5466-1D0F-4122-BB0A86CA74E5}"/>
              </a:ext>
            </a:extLst>
          </p:cNvPr>
          <p:cNvSpPr/>
          <p:nvPr/>
        </p:nvSpPr>
        <p:spPr>
          <a:xfrm>
            <a:off x="7072677" y="3731336"/>
            <a:ext cx="199587" cy="204231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</a:t>
            </a:r>
            <a:endParaRPr kumimoji="0" lang="en-CA" sz="9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95C3A7C-1242-0210-A5CA-F0B9A452F857}"/>
              </a:ext>
            </a:extLst>
          </p:cNvPr>
          <p:cNvCxnSpPr>
            <a:cxnSpLocks/>
          </p:cNvCxnSpPr>
          <p:nvPr/>
        </p:nvCxnSpPr>
        <p:spPr>
          <a:xfrm>
            <a:off x="7121028" y="4623921"/>
            <a:ext cx="4428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90C20757-1A18-CF95-DA23-9833AAAFD6F1}"/>
              </a:ext>
            </a:extLst>
          </p:cNvPr>
          <p:cNvSpPr/>
          <p:nvPr/>
        </p:nvSpPr>
        <p:spPr>
          <a:xfrm>
            <a:off x="7072677" y="4521805"/>
            <a:ext cx="199587" cy="204231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0AAD760-6285-C401-3511-E3E991977EE9}"/>
              </a:ext>
            </a:extLst>
          </p:cNvPr>
          <p:cNvCxnSpPr>
            <a:cxnSpLocks/>
          </p:cNvCxnSpPr>
          <p:nvPr/>
        </p:nvCxnSpPr>
        <p:spPr>
          <a:xfrm>
            <a:off x="7126830" y="5414388"/>
            <a:ext cx="4428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30875A93-D379-0DD4-46CF-90694B66FC16}"/>
              </a:ext>
            </a:extLst>
          </p:cNvPr>
          <p:cNvSpPr/>
          <p:nvPr/>
        </p:nvSpPr>
        <p:spPr>
          <a:xfrm>
            <a:off x="7072677" y="5312272"/>
            <a:ext cx="199587" cy="204231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6</a:t>
            </a:r>
            <a:endParaRPr kumimoji="0" lang="en-CA" sz="9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FED4260-85B3-5B8B-8C5E-C1101AF7DA72}"/>
              </a:ext>
            </a:extLst>
          </p:cNvPr>
          <p:cNvSpPr/>
          <p:nvPr/>
        </p:nvSpPr>
        <p:spPr>
          <a:xfrm>
            <a:off x="7281936" y="1757484"/>
            <a:ext cx="4199395" cy="19958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All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source data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across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Canada Life, Canada Managed Lifeco Data, and external providers,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both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structured and unstructured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is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captured and ingested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into the </a:t>
            </a:r>
            <a:r>
              <a:rPr kumimoji="0" lang="en-US" sz="900" b="1" i="1" u="none" strike="noStrike" kern="1200" cap="none" spc="0" normalizeH="0" baseline="0" noProof="0">
                <a:ln>
                  <a:noFill/>
                </a:ln>
                <a:solidFill>
                  <a:srgbClr val="A20A2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NORTH Platform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Enterprise Intelligence &amp; AI needs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22C25FB-E721-92BC-F4A3-46607903DFC1}"/>
              </a:ext>
            </a:extLst>
          </p:cNvPr>
          <p:cNvSpPr/>
          <p:nvPr/>
        </p:nvSpPr>
        <p:spPr>
          <a:xfrm>
            <a:off x="7281936" y="2547953"/>
            <a:ext cx="4199395" cy="19958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Pipelines and Repositories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standardize and harmonize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ingested data, ensuring it is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consistent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trusted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ready for enterprise-wide reuse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en-CA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2F412A4-FB3C-5F77-F9C9-2C48A18233DA}"/>
              </a:ext>
            </a:extLst>
          </p:cNvPr>
          <p:cNvSpPr/>
          <p:nvPr/>
        </p:nvSpPr>
        <p:spPr>
          <a:xfrm>
            <a:off x="7281936" y="3329205"/>
            <a:ext cx="4199395" cy="19958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Incremental Data Products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are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built once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and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reused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across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dashboards, models, regulatory reporting, and channels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As new products are added,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value compounds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through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single-source, governed data</a:t>
            </a:r>
            <a:endParaRPr kumimoji="0" lang="en-CA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3E75218-6147-BE61-D75B-1925C13028EB}"/>
              </a:ext>
            </a:extLst>
          </p:cNvPr>
          <p:cNvSpPr/>
          <p:nvPr/>
        </p:nvSpPr>
        <p:spPr>
          <a:xfrm>
            <a:off x="7281936" y="4870623"/>
            <a:ext cx="4199395" cy="28777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Governance layer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embeds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policies, standards, metadata, and lineage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across the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lifecycle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ensuring all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critical data sources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products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are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secure, trusted, certified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aligned to enterprise definitions</a:t>
            </a:r>
            <a:endParaRPr kumimoji="0" lang="en-CA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C7A8FBA-B234-460E-F788-71321B72859F}"/>
              </a:ext>
            </a:extLst>
          </p:cNvPr>
          <p:cNvSpPr/>
          <p:nvPr/>
        </p:nvSpPr>
        <p:spPr>
          <a:xfrm>
            <a:off x="7281936" y="4140692"/>
            <a:ext cx="4199395" cy="19958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Information Access Layer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delivers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common set of access patterns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all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enterprise data consumption</a:t>
            </a:r>
            <a:endParaRPr kumimoji="0" lang="en-CA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2B0ACD5-78E3-81C9-0E01-1EA3D1E0A52D}"/>
              </a:ext>
            </a:extLst>
          </p:cNvPr>
          <p:cNvSpPr/>
          <p:nvPr/>
        </p:nvSpPr>
        <p:spPr>
          <a:xfrm>
            <a:off x="7281936" y="5613978"/>
            <a:ext cx="4199395" cy="28777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Consumption layer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delivers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business value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by enabling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insights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decision support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trusted reporting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across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business, client, and operational use cases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en-CA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7BBE92-0451-434C-70F3-3E9D59698385}"/>
              </a:ext>
            </a:extLst>
          </p:cNvPr>
          <p:cNvSpPr/>
          <p:nvPr/>
        </p:nvSpPr>
        <p:spPr>
          <a:xfrm>
            <a:off x="511082" y="3549812"/>
            <a:ext cx="199587" cy="204231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  <a:endParaRPr kumimoji="0" lang="en-CA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4A61E33-D950-1CDE-1E9F-ECC8B8DE2E62}"/>
              </a:ext>
            </a:extLst>
          </p:cNvPr>
          <p:cNvSpPr/>
          <p:nvPr/>
        </p:nvSpPr>
        <p:spPr>
          <a:xfrm>
            <a:off x="2353914" y="4446681"/>
            <a:ext cx="199587" cy="204231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  <a:endParaRPr kumimoji="0" lang="en-CA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AF5D52D-99D5-F37D-18DD-F88DF040A041}"/>
              </a:ext>
            </a:extLst>
          </p:cNvPr>
          <p:cNvSpPr/>
          <p:nvPr/>
        </p:nvSpPr>
        <p:spPr>
          <a:xfrm>
            <a:off x="3036119" y="3973800"/>
            <a:ext cx="199587" cy="204231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</a:t>
            </a:r>
            <a:endParaRPr kumimoji="0" lang="en-CA" sz="9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79A7C90-3F60-FEC8-C499-8293E5EFB29F}"/>
              </a:ext>
            </a:extLst>
          </p:cNvPr>
          <p:cNvSpPr/>
          <p:nvPr/>
        </p:nvSpPr>
        <p:spPr>
          <a:xfrm>
            <a:off x="3652143" y="3973800"/>
            <a:ext cx="199587" cy="204231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</a:t>
            </a:r>
            <a:endParaRPr kumimoji="0" lang="en-CA" sz="9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A395AB3-B0A7-58A6-BDD6-9E6B06B6B089}"/>
              </a:ext>
            </a:extLst>
          </p:cNvPr>
          <p:cNvSpPr/>
          <p:nvPr/>
        </p:nvSpPr>
        <p:spPr>
          <a:xfrm>
            <a:off x="2353914" y="5038745"/>
            <a:ext cx="199587" cy="204231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BE5AF8B-2324-D204-B6E2-BCDF849A01FA}"/>
              </a:ext>
            </a:extLst>
          </p:cNvPr>
          <p:cNvSpPr/>
          <p:nvPr/>
        </p:nvSpPr>
        <p:spPr>
          <a:xfrm>
            <a:off x="4427337" y="3973800"/>
            <a:ext cx="199587" cy="204231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6</a:t>
            </a:r>
            <a:endParaRPr kumimoji="0" lang="en-CA" sz="9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9529C6-74F6-B3A0-F1A7-F5BBCC4C9182}"/>
              </a:ext>
            </a:extLst>
          </p:cNvPr>
          <p:cNvSpPr/>
          <p:nvPr/>
        </p:nvSpPr>
        <p:spPr>
          <a:xfrm>
            <a:off x="289471" y="552803"/>
            <a:ext cx="11455232" cy="55224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63630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These enterprise-wide principles guide how data is captured, governed, and consumed to realize the full value of the </a:t>
            </a: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A20A2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NORTH Platform</a:t>
            </a:r>
            <a:endParaRPr kumimoji="0" lang="en-CA" sz="1400" b="1" i="1" u="none" strike="noStrike" kern="1200" cap="none" spc="0" normalizeH="0" baseline="0" noProof="0">
              <a:ln>
                <a:noFill/>
              </a:ln>
              <a:solidFill>
                <a:srgbClr val="A20A28"/>
              </a:solidFill>
              <a:effectLst/>
              <a:uLnTx/>
              <a:uFillTx/>
              <a:latin typeface="Arial" panose="020B0604020202020204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0611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92D42-11D0-2518-2B63-803317A67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BE7C6-3D8F-D633-9E24-39D52FBE68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sz="2400">
                <a:solidFill>
                  <a:srgbClr val="A20A28"/>
                </a:solidFill>
                <a:latin typeface="Arial" panose="020B0604020202020204"/>
                <a:ea typeface="+mj-ea"/>
                <a:cs typeface="+mj-cs"/>
              </a:rPr>
              <a:t>Architecture Principles – Data Integration &amp; Movement </a:t>
            </a:r>
          </a:p>
          <a:p>
            <a:pPr marL="0" indent="0">
              <a:buNone/>
            </a:pPr>
            <a:r>
              <a:rPr lang="en-CA" sz="2400">
                <a:solidFill>
                  <a:srgbClr val="A20A28"/>
                </a:solidFill>
                <a:latin typeface="Arial" panose="020B0604020202020204"/>
                <a:ea typeface="+mj-ea"/>
                <a:cs typeface="+mj-cs"/>
              </a:rPr>
              <a:t>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02D4566-E830-7DA4-A907-9342BE8D79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827"/>
              </p:ext>
            </p:extLst>
          </p:nvPr>
        </p:nvGraphicFramePr>
        <p:xfrm>
          <a:off x="4648199" y="1337588"/>
          <a:ext cx="6433719" cy="4689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B000AF1-A82E-1AFB-FA19-CA40ACD191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813018"/>
            <a:ext cx="4540483" cy="61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6015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07CA0-794B-E5FA-FCE9-CCA298E01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71524-4F05-B429-D463-A2A7150D5C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sz="2400">
                <a:solidFill>
                  <a:srgbClr val="A20A28"/>
                </a:solidFill>
                <a:latin typeface="Arial" panose="020B0604020202020204"/>
                <a:ea typeface="+mj-ea"/>
                <a:cs typeface="+mj-cs"/>
              </a:rPr>
              <a:t>Architecture Principles – Data Pipelines (structured, unstructured, synthetic)</a:t>
            </a:r>
          </a:p>
          <a:p>
            <a:pPr marL="0" indent="0">
              <a:buNone/>
            </a:pPr>
            <a:r>
              <a:rPr lang="en-CA" sz="2400">
                <a:solidFill>
                  <a:srgbClr val="A20A28"/>
                </a:solidFill>
                <a:latin typeface="Arial" panose="020B0604020202020204"/>
                <a:ea typeface="+mj-ea"/>
                <a:cs typeface="+mj-cs"/>
              </a:rPr>
              <a:t>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3808727-4C50-5F6E-0748-EC1A053A9A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2785239"/>
              </p:ext>
            </p:extLst>
          </p:nvPr>
        </p:nvGraphicFramePr>
        <p:xfrm>
          <a:off x="3886199" y="1337588"/>
          <a:ext cx="7195719" cy="51061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295C338C-4CAA-2084-7343-99806E876E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12" y="2184400"/>
            <a:ext cx="3822187" cy="189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803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1479E-80F8-E4DF-8DAA-C8E0CB5A0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5BA5C-316C-768F-12EB-FDBC6C2073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sz="2400">
                <a:solidFill>
                  <a:srgbClr val="A20A28"/>
                </a:solidFill>
                <a:latin typeface="Arial" panose="020B0604020202020204"/>
                <a:ea typeface="+mj-ea"/>
                <a:cs typeface="+mj-cs"/>
              </a:rPr>
              <a:t>Architecture Principles – Data Repositories (</a:t>
            </a:r>
            <a:r>
              <a:rPr lang="en-CA" sz="2400" err="1">
                <a:solidFill>
                  <a:srgbClr val="A20A28"/>
                </a:solidFill>
                <a:latin typeface="Arial" panose="020B0604020202020204"/>
                <a:ea typeface="+mj-ea"/>
                <a:cs typeface="+mj-cs"/>
              </a:rPr>
              <a:t>lakehouse</a:t>
            </a:r>
            <a:r>
              <a:rPr lang="en-CA" sz="2400">
                <a:solidFill>
                  <a:srgbClr val="A20A28"/>
                </a:solidFill>
                <a:latin typeface="Arial" panose="020B0604020202020204"/>
                <a:ea typeface="+mj-ea"/>
                <a:cs typeface="+mj-cs"/>
              </a:rPr>
              <a:t>, ODS, MDM, graph, vector)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026CA76-192F-5C01-D9E8-2E65C12DDE09}"/>
              </a:ext>
            </a:extLst>
          </p:cNvPr>
          <p:cNvGraphicFramePr/>
          <p:nvPr/>
        </p:nvGraphicFramePr>
        <p:xfrm>
          <a:off x="4000499" y="980934"/>
          <a:ext cx="7644145" cy="54628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DA65519-D37F-3801-EE88-A65E481016F7}"/>
              </a:ext>
            </a:extLst>
          </p:cNvPr>
          <p:cNvSpPr txBox="1"/>
          <p:nvPr/>
        </p:nvSpPr>
        <p:spPr>
          <a:xfrm>
            <a:off x="547356" y="6443742"/>
            <a:ext cx="11097288" cy="64147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* Operational reporting: Information used to run day‑to‑day activities right now (near‑real‑time metrics and status for operational decisions).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* Analytical reporting: Information used to understand trends and outcomes over time (curated data that explains patterns and guides future decisions)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E711B8-8750-3779-E227-1F172F5F2E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16" y="2219324"/>
            <a:ext cx="3926383" cy="90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60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61D7A-5697-928E-3D0A-DD59C72EE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11CB2-2C29-FEBF-CD6E-7155519143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2400">
                <a:solidFill>
                  <a:srgbClr val="A20A28"/>
                </a:solidFill>
                <a:latin typeface="Arial" panose="020B0604020202020204"/>
                <a:ea typeface="+mj-ea"/>
                <a:cs typeface="+mj-cs"/>
              </a:rPr>
              <a:t>Architecture Principles – Data Products &amp; Marketplace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BAE462A-13AF-B387-D54B-9152E1CAFD0D}"/>
              </a:ext>
            </a:extLst>
          </p:cNvPr>
          <p:cNvGraphicFramePr/>
          <p:nvPr/>
        </p:nvGraphicFramePr>
        <p:xfrm>
          <a:off x="3535679" y="1337588"/>
          <a:ext cx="7546239" cy="51061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425D8D0-3BDB-C4AD-4647-2062F56C16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029" y="1246148"/>
            <a:ext cx="1759645" cy="33994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C36487-D0D3-2344-BA25-11A2283721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029" y="5026338"/>
            <a:ext cx="1644735" cy="163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47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897B2-D127-401C-B98A-A4752F7E2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72AF8-25D7-2A1E-C272-42645C2BD1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2400">
                <a:solidFill>
                  <a:srgbClr val="A20A28"/>
                </a:solidFill>
                <a:latin typeface="Arial" panose="020B0604020202020204"/>
                <a:ea typeface="+mj-ea"/>
                <a:cs typeface="+mj-cs"/>
              </a:rPr>
              <a:t>Architecture Principles – Governance &amp; Security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21A3BDBB-11F7-7335-201F-2BC163FA4C02}"/>
              </a:ext>
            </a:extLst>
          </p:cNvPr>
          <p:cNvGraphicFramePr/>
          <p:nvPr/>
        </p:nvGraphicFramePr>
        <p:xfrm>
          <a:off x="4752974" y="1337588"/>
          <a:ext cx="6221931" cy="5131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64C3739-6680-7EE2-90B3-DF5A9F80B1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84316"/>
            <a:ext cx="4670391" cy="9256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AA6DAB-7622-E70F-BF29-0F9D570480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1333" y="3903529"/>
            <a:ext cx="2387723" cy="93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175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3FF8A-BFCD-CC1E-F5C6-63BF81891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F9A5A-157E-C021-6097-0C78F82217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2400">
                <a:solidFill>
                  <a:srgbClr val="A20A28"/>
                </a:solidFill>
                <a:latin typeface="Arial" panose="020B0604020202020204"/>
                <a:ea typeface="+mj-ea"/>
                <a:cs typeface="+mj-cs"/>
              </a:rPr>
              <a:t>Architecture Principles – Data DevOps &amp; Operations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9866D858-F7B6-A659-0C70-C6F09EE95649}"/>
              </a:ext>
            </a:extLst>
          </p:cNvPr>
          <p:cNvGraphicFramePr/>
          <p:nvPr/>
        </p:nvGraphicFramePr>
        <p:xfrm>
          <a:off x="3829049" y="1337588"/>
          <a:ext cx="7252869" cy="36670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B12D65B-9789-0ACF-8D8D-02D403E9EF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980" y="2134850"/>
            <a:ext cx="2955777" cy="101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238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62301-2825-8F3A-3160-57C66007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997B7-DF32-014B-482E-9552CD64DB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2400">
                <a:solidFill>
                  <a:srgbClr val="A20A28"/>
                </a:solidFill>
                <a:latin typeface="Arial" panose="020B0604020202020204"/>
                <a:ea typeface="+mj-ea"/>
                <a:cs typeface="+mj-cs"/>
              </a:rPr>
              <a:t>Architecture Principles – Presentation &amp; Applications (humans &amp; agents)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B3AFCC5-53D2-5862-78DA-025EA2B2265A}"/>
              </a:ext>
            </a:extLst>
          </p:cNvPr>
          <p:cNvGraphicFramePr/>
          <p:nvPr/>
        </p:nvGraphicFramePr>
        <p:xfrm>
          <a:off x="3057524" y="1337588"/>
          <a:ext cx="8734425" cy="46305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C1BAFC0-7F9A-6AB4-3800-6998BF49ED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826" y="1657254"/>
            <a:ext cx="1892397" cy="373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738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CF429-AAF3-2EB6-E794-7D8B48F7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9337B-2CE7-04C1-20A2-45C230BD64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>
                <a:solidFill>
                  <a:srgbClr val="A20A28"/>
                </a:solidFill>
                <a:latin typeface="Arial" panose="020B0604020202020204"/>
                <a:ea typeface="+mj-ea"/>
                <a:cs typeface="+mj-cs"/>
              </a:rPr>
              <a:t>Architecture Principles – Data Sources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9E1C9B0-C68C-8C08-EBCD-BFAEE291EB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6169528"/>
              </p:ext>
            </p:extLst>
          </p:nvPr>
        </p:nvGraphicFramePr>
        <p:xfrm>
          <a:off x="2905125" y="1337588"/>
          <a:ext cx="8176794" cy="4846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E10920A1-5B24-7DBB-F7EE-151601EF61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979" y="1857353"/>
            <a:ext cx="1078204" cy="253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265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nadaLife-May2019">
      <a:dk1>
        <a:srgbClr val="515349"/>
      </a:dk1>
      <a:lt1>
        <a:srgbClr val="FFFFFF"/>
      </a:lt1>
      <a:dk2>
        <a:srgbClr val="BA0C2F"/>
      </a:dk2>
      <a:lt2>
        <a:srgbClr val="E2E2DF"/>
      </a:lt2>
      <a:accent1>
        <a:srgbClr val="007E7F"/>
      </a:accent1>
      <a:accent2>
        <a:srgbClr val="838271"/>
      </a:accent2>
      <a:accent3>
        <a:srgbClr val="862633"/>
      </a:accent3>
      <a:accent4>
        <a:srgbClr val="007CBF"/>
      </a:accent4>
      <a:accent5>
        <a:srgbClr val="00BDF1"/>
      </a:accent5>
      <a:accent6>
        <a:srgbClr val="5F59A2"/>
      </a:accent6>
      <a:hlink>
        <a:srgbClr val="BA0C2F"/>
      </a:hlink>
      <a:folHlink>
        <a:srgbClr val="007CB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accent1"/>
          </a:solidFill>
        </a:ln>
      </a:spPr>
      <a:bodyPr lIns="137160" tIns="137160" rIns="137160" bIns="137160" rtlCol="0" anchor="t">
        <a:norm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bg1"/>
        </a:solidFill>
      </a:spPr>
      <a:bodyPr wrap="square" lIns="182880" tIns="182880" rIns="182880" bIns="182880" rtlCol="0" anchor="t" anchorCtr="0">
        <a:normAutofit/>
      </a:bodyPr>
      <a:lstStyle>
        <a:defPPr algn="l">
          <a:defRPr dirty="0" smtClean="0">
            <a:solidFill>
              <a:schemeClr val="tx1"/>
            </a:solidFill>
          </a:defRPr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txDef>
  </a:objectDefaults>
  <a:extraClrSchemeLst/>
  <a:extLst>
    <a:ext uri="{05A4C25C-085E-4340-85A3-A5531E510DB2}">
      <thm15:themeFamily xmlns:thm15="http://schemas.microsoft.com/office/thememl/2012/main" name="Canada_Life_Starter_Deck_EN (002).potx  -  Read-Only" id="{3362DD68-ADDE-4839-A3FC-D21DACE34893}" vid="{F4D5838A-D29A-41F4-BDE0-5534AEBBA8A4}"/>
    </a:ext>
  </a:extLst>
</a:theme>
</file>

<file path=ppt/theme/theme2.xml><?xml version="1.0" encoding="utf-8"?>
<a:theme xmlns:a="http://schemas.openxmlformats.org/drawingml/2006/main" name="1_Office Theme">
  <a:themeElements>
    <a:clrScheme name="2024WCAG-AAA">
      <a:dk1>
        <a:srgbClr val="515146"/>
      </a:dk1>
      <a:lt1>
        <a:srgbClr val="FFFFFF"/>
      </a:lt1>
      <a:dk2>
        <a:srgbClr val="A20A28"/>
      </a:dk2>
      <a:lt2>
        <a:srgbClr val="F0F0EF"/>
      </a:lt2>
      <a:accent1>
        <a:srgbClr val="006565"/>
      </a:accent1>
      <a:accent2>
        <a:srgbClr val="447736"/>
      </a:accent2>
      <a:accent3>
        <a:srgbClr val="55509C"/>
      </a:accent3>
      <a:accent4>
        <a:srgbClr val="007E7F"/>
      </a:accent4>
      <a:accent5>
        <a:srgbClr val="363630"/>
      </a:accent5>
      <a:accent6>
        <a:srgbClr val="005D8F"/>
      </a:accent6>
      <a:hlink>
        <a:srgbClr val="6D071C"/>
      </a:hlink>
      <a:folHlink>
        <a:srgbClr val="005D8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accent1"/>
          </a:solidFill>
        </a:ln>
      </a:spPr>
      <a:bodyPr lIns="137160" tIns="137160" rIns="137160" bIns="137160" rtlCol="0" anchor="t">
        <a:norm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bg1"/>
        </a:solidFill>
      </a:spPr>
      <a:bodyPr wrap="square" lIns="182880" tIns="182880" rIns="182880" bIns="182880" rtlCol="0" anchor="t" anchorCtr="0">
        <a:normAutofit/>
      </a:bodyPr>
      <a:lstStyle>
        <a:defPPr algn="l">
          <a:defRPr dirty="0" smtClean="0">
            <a:solidFill>
              <a:schemeClr val="tx1"/>
            </a:solidFill>
          </a:defRPr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txDef>
  </a:objectDefaults>
  <a:extraClrSchemeLst/>
  <a:extLst>
    <a:ext uri="{05A4C25C-085E-4340-85A3-A5531E510DB2}">
      <thm15:themeFamily xmlns:thm15="http://schemas.microsoft.com/office/thememl/2012/main" name="CanadaLife_PPT_16x9_EN_WithConfidential" id="{B69A840D-5B71-7B45-9513-3BB86FA4D3F2}" vid="{00E05A93-0D47-FD49-AC47-80FB5003A5F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itiativeName xmlns="997a95da-3068-438f-ad92-afd1bcb7a315" xsi:nil="true"/>
    <ChargeCode xmlns="997a95da-3068-438f-ad92-afd1bcb7a315" xsi:nil="true"/>
    <_ip_UnifiedCompliancePolicyUIAction xmlns="http://schemas.microsoft.com/sharepoint/v3" xsi:nil="true"/>
    <_ip_UnifiedCompliancePolicyProperties xmlns="http://schemas.microsoft.com/sharepoint/v3" xsi:nil="true"/>
    <TaxCatchAll xmlns="a4d82eda-224d-4c8e-8982-05e0425cb8c1" xsi:nil="true"/>
    <lcf76f155ced4ddcb4097134ff3c332f xmlns="257d4247-a5f3-4abc-972d-3e18405cf8f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18F6DB3747D847A9601CFB4C4D3FD7" ma:contentTypeVersion="15" ma:contentTypeDescription="Create a new document." ma:contentTypeScope="" ma:versionID="2787d912c051240b20124dad68ff36d1">
  <xsd:schema xmlns:xsd="http://www.w3.org/2001/XMLSchema" xmlns:xs="http://www.w3.org/2001/XMLSchema" xmlns:p="http://schemas.microsoft.com/office/2006/metadata/properties" xmlns:ns1="http://schemas.microsoft.com/sharepoint/v3" xmlns:ns2="997a95da-3068-438f-ad92-afd1bcb7a315" xmlns:ns3="257d4247-a5f3-4abc-972d-3e18405cf8f3" xmlns:ns4="a4d82eda-224d-4c8e-8982-05e0425cb8c1" targetNamespace="http://schemas.microsoft.com/office/2006/metadata/properties" ma:root="true" ma:fieldsID="871df92730311032211bd3c1292d5c0d" ns1:_="" ns2:_="" ns3:_="" ns4:_="">
    <xsd:import namespace="http://schemas.microsoft.com/sharepoint/v3"/>
    <xsd:import namespace="997a95da-3068-438f-ad92-afd1bcb7a315"/>
    <xsd:import namespace="257d4247-a5f3-4abc-972d-3e18405cf8f3"/>
    <xsd:import namespace="a4d82eda-224d-4c8e-8982-05e0425cb8c1"/>
    <xsd:element name="properties">
      <xsd:complexType>
        <xsd:sequence>
          <xsd:element name="documentManagement">
            <xsd:complexType>
              <xsd:all>
                <xsd:element ref="ns2:InitiativeName" minOccurs="0"/>
                <xsd:element ref="ns2:ChargeCode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1:_ip_UnifiedCompliancePolicyProperties" minOccurs="0"/>
                <xsd:element ref="ns1:_ip_UnifiedCompliancePolicyUIAction" minOccurs="0"/>
                <xsd:element ref="ns3:lcf76f155ced4ddcb4097134ff3c332f" minOccurs="0"/>
                <xsd:element ref="ns4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7a95da-3068-438f-ad92-afd1bcb7a315" elementFormDefault="qualified">
    <xsd:import namespace="http://schemas.microsoft.com/office/2006/documentManagement/types"/>
    <xsd:import namespace="http://schemas.microsoft.com/office/infopath/2007/PartnerControls"/>
    <xsd:element name="InitiativeName" ma:index="8" nillable="true" ma:displayName="InitiativeName" ma:internalName="InitiativeName">
      <xsd:simpleType>
        <xsd:restriction base="dms:Text">
          <xsd:maxLength value="255"/>
        </xsd:restriction>
      </xsd:simpleType>
    </xsd:element>
    <xsd:element name="ChargeCode" ma:index="9" nillable="true" ma:displayName="ChargeCode" ma:internalName="ChargeCod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7d4247-a5f3-4abc-972d-3e18405cf8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51a1608f-2208-40e5-9331-733f061a9c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d82eda-224d-4c8e-8982-05e0425cb8c1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a37f24fc-4d46-4482-abbc-e11229eef961}" ma:internalName="TaxCatchAll" ma:showField="CatchAllData" ma:web="a4d82eda-224d-4c8e-8982-05e0425cb8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haredContentType xmlns="Microsoft.SharePoint.Taxonomy.ContentTypeSync" SourceId="51a1608f-2208-40e5-9331-733f061a9c11" ContentTypeId="0x0101" PreviousValue="false"/>
</file>

<file path=customXml/itemProps1.xml><?xml version="1.0" encoding="utf-8"?>
<ds:datastoreItem xmlns:ds="http://schemas.openxmlformats.org/officeDocument/2006/customXml" ds:itemID="{52B75905-6030-4BFA-9E5F-8F60FE08EB3B}">
  <ds:schemaRefs>
    <ds:schemaRef ds:uri="0d7ed1ae-d407-4e56-b811-ff0b7ff120dc"/>
    <ds:schemaRef ds:uri="7af8eefe-0e7b-4d67-aef1-4d830bbbc91c"/>
    <ds:schemaRef ds:uri="997a95da-3068-438f-ad92-afd1bcb7a31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schemas.microsoft.com/sharepoint/v3"/>
    <ds:schemaRef ds:uri="a4d82eda-224d-4c8e-8982-05e0425cb8c1"/>
    <ds:schemaRef ds:uri="257d4247-a5f3-4abc-972d-3e18405cf8f3"/>
  </ds:schemaRefs>
</ds:datastoreItem>
</file>

<file path=customXml/itemProps2.xml><?xml version="1.0" encoding="utf-8"?>
<ds:datastoreItem xmlns:ds="http://schemas.openxmlformats.org/officeDocument/2006/customXml" ds:itemID="{463610DF-A9F6-4DBD-AE2C-3546DC0DC2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C47A0E-008A-46E7-B349-6EEE8A6190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97a95da-3068-438f-ad92-afd1bcb7a315"/>
    <ds:schemaRef ds:uri="257d4247-a5f3-4abc-972d-3e18405cf8f3"/>
    <ds:schemaRef ds:uri="a4d82eda-224d-4c8e-8982-05e0425cb8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7930B538-497F-4DBF-9F36-7B28A05BF71E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Canada_Life_Starter_Deck_EN</Template>
  <Application>Microsoft Office PowerPoint</Application>
  <PresentationFormat>Widescreen</PresentationFormat>
  <Slides>12</Slides>
  <Notes>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Office Theme</vt:lpstr>
      <vt:lpstr>1_Office Theme</vt:lpstr>
      <vt:lpstr>Architecture Principles</vt:lpstr>
      <vt:lpstr>Why Architecture Principles Matter for the Data Strategy? </vt:lpstr>
      <vt:lpstr>Canada Life’s Next-Gen Unified Data Platform for Insight, Innovation, and AI</vt:lpstr>
      <vt:lpstr>Canada Life's Data Value Chain – Key Principles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Shamaei, Ali</dc:creator>
  <cp:revision>4</cp:revision>
  <dcterms:created xsi:type="dcterms:W3CDTF">2026-02-09T21:50:46Z</dcterms:created>
  <dcterms:modified xsi:type="dcterms:W3CDTF">2026-08-10T10:36:54Z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0x0101006F18F6DB3747D847A9601CFB4C4D3FD7</vt:lpwstr>
  </property>
  <property fmtid="{D5CDD505-2E9C-101B-9397-08002B2CF9AE}" pid="3" name="RelatedLocation">
    <vt:lpwstr>1;#National (All)|56f43640-3277-4d79-b445-bfa1a35c94b5</vt:lpwstr>
  </property>
  <property fmtid="{D5CDD505-2E9C-101B-9397-08002B2CF9AE}" pid="4" name="ReferenceMaterialTopic">
    <vt:lpwstr>46;#Corporate|fffe61a5-2113-41f9-9b80-d238b83f3175</vt:lpwstr>
  </property>
  <property fmtid="{D5CDD505-2E9C-101B-9397-08002B2CF9AE}" pid="5" name="ReferenceMaterialType">
    <vt:lpwstr>47;#Tool / Resource|ab7dd420-249a-4559-bdcc-d017740a59f7</vt:lpwstr>
  </property>
  <property fmtid="{D5CDD505-2E9C-101B-9397-08002B2CF9AE}" pid="6" name="a40c34677684459fa37b4cc6e977ad09">
    <vt:lpwstr>Tool / Resource|ab7dd420-249a-4559-bdcc-d017740a59f7</vt:lpwstr>
  </property>
  <property fmtid="{D5CDD505-2E9C-101B-9397-08002B2CF9AE}" pid="7" name="h8241528699a406891c7762e79859a25">
    <vt:lpwstr>Corporate|fffe61a5-2113-41f9-9b80-d238b83f3175</vt:lpwstr>
  </property>
  <property fmtid="{D5CDD505-2E9C-101B-9397-08002B2CF9AE}" pid="8" name="PromotedState">
    <vt:r8>0</vt:r8>
  </property>
  <property fmtid="{D5CDD505-2E9C-101B-9397-08002B2CF9AE}" pid="9" name="hb80f18bccae48d0bfc49f5440c7324d">
    <vt:lpwstr/>
  </property>
  <property fmtid="{D5CDD505-2E9C-101B-9397-08002B2CF9AE}" pid="10" name="ItemType">
    <vt:lpwstr/>
  </property>
  <property fmtid="{D5CDD505-2E9C-101B-9397-08002B2CF9AE}" pid="11" name="NewsTopic">
    <vt:lpwstr/>
  </property>
  <property fmtid="{D5CDD505-2E9C-101B-9397-08002B2CF9AE}" pid="12" name="_SPIsTranslation">
    <vt:bool>false</vt:bool>
  </property>
  <property fmtid="{D5CDD505-2E9C-101B-9397-08002B2CF9AE}" pid="13" name="SitePageTopic">
    <vt:lpwstr/>
  </property>
  <property fmtid="{D5CDD505-2E9C-101B-9397-08002B2CF9AE}" pid="14" name="_PublishStartDate">
    <vt:filetime>2021-04-29T18:17:44Z</vt:filetime>
  </property>
  <property fmtid="{D5CDD505-2E9C-101B-9397-08002B2CF9AE}" pid="15" name="SitePageType">
    <vt:lpwstr/>
  </property>
  <property fmtid="{D5CDD505-2E9C-101B-9397-08002B2CF9AE}" pid="16" name="p233537e11824b94a6f79670172bba06">
    <vt:lpwstr/>
  </property>
  <property fmtid="{D5CDD505-2E9C-101B-9397-08002B2CF9AE}" pid="17" name="BannerImageUrl">
    <vt:lpwstr>, </vt:lpwstr>
  </property>
  <property fmtid="{D5CDD505-2E9C-101B-9397-08002B2CF9AE}" pid="18" name="_AuthorByline">
    <vt:lpwstr/>
  </property>
  <property fmtid="{D5CDD505-2E9C-101B-9397-08002B2CF9AE}" pid="19" name="Primary Facet Description">
    <vt:lpwstr>Reference Material</vt:lpwstr>
  </property>
  <property fmtid="{D5CDD505-2E9C-101B-9397-08002B2CF9AE}" pid="20" name="Order">
    <vt:r8>54300</vt:r8>
  </property>
  <property fmtid="{D5CDD505-2E9C-101B-9397-08002B2CF9AE}" pid="21" name="ProjectPhase21">
    <vt:lpwstr/>
  </property>
  <property fmtid="{D5CDD505-2E9C-101B-9397-08002B2CF9AE}" pid="22" name="PrimaryFacet">
    <vt:lpwstr>A3.0</vt:lpwstr>
  </property>
  <property fmtid="{D5CDD505-2E9C-101B-9397-08002B2CF9AE}" pid="23" name="xd_Signature">
    <vt:bool>false</vt:bool>
  </property>
  <property fmtid="{D5CDD505-2E9C-101B-9397-08002B2CF9AE}" pid="24" name="Inheritance Level 1">
    <vt:lpwstr>A3.0</vt:lpwstr>
  </property>
  <property fmtid="{D5CDD505-2E9C-101B-9397-08002B2CF9AE}" pid="25" name="xd_ProgID">
    <vt:lpwstr/>
  </property>
  <property fmtid="{D5CDD505-2E9C-101B-9397-08002B2CF9AE}" pid="26" name="a4d88d9b6a6c4d5b8d51f99ce1c28540">
    <vt:lpwstr>National (All)|56f43640-3277-4d79-b445-bfa1a35c94b5</vt:lpwstr>
  </property>
  <property fmtid="{D5CDD505-2E9C-101B-9397-08002B2CF9AE}" pid="27" name="ComplianceAssetId">
    <vt:lpwstr/>
  </property>
  <property fmtid="{D5CDD505-2E9C-101B-9397-08002B2CF9AE}" pid="28" name="TemplateUrl">
    <vt:lpwstr/>
  </property>
  <property fmtid="{D5CDD505-2E9C-101B-9397-08002B2CF9AE}" pid="29" name="DocType">
    <vt:lpwstr/>
  </property>
  <property fmtid="{D5CDD505-2E9C-101B-9397-08002B2CF9AE}" pid="30" name="_ExtendedDescription">
    <vt:lpwstr/>
  </property>
  <property fmtid="{D5CDD505-2E9C-101B-9397-08002B2CF9AE}" pid="31" name="TriggerFlowInfo">
    <vt:lpwstr/>
  </property>
  <property fmtid="{D5CDD505-2E9C-101B-9397-08002B2CF9AE}" pid="32" name="Inheritance Level 1 Description">
    <vt:lpwstr>Reference Material</vt:lpwstr>
  </property>
  <property fmtid="{D5CDD505-2E9C-101B-9397-08002B2CF9AE}" pid="33" name="MSIP_Label_b07bbe84-2447-47ed-9f95-d9c34bc076ba_Enabled">
    <vt:lpwstr>true</vt:lpwstr>
  </property>
  <property fmtid="{D5CDD505-2E9C-101B-9397-08002B2CF9AE}" pid="34" name="MSIP_Label_b07bbe84-2447-47ed-9f95-d9c34bc076ba_SetDate">
    <vt:lpwstr>2026-02-09T21:51:22Z</vt:lpwstr>
  </property>
  <property fmtid="{D5CDD505-2E9C-101B-9397-08002B2CF9AE}" pid="35" name="MSIP_Label_b07bbe84-2447-47ed-9f95-d9c34bc076ba_Method">
    <vt:lpwstr>Standard</vt:lpwstr>
  </property>
  <property fmtid="{D5CDD505-2E9C-101B-9397-08002B2CF9AE}" pid="36" name="MSIP_Label_b07bbe84-2447-47ed-9f95-d9c34bc076ba_Name">
    <vt:lpwstr>Confidential</vt:lpwstr>
  </property>
  <property fmtid="{D5CDD505-2E9C-101B-9397-08002B2CF9AE}" pid="37" name="MSIP_Label_b07bbe84-2447-47ed-9f95-d9c34bc076ba_SiteId">
    <vt:lpwstr>633f3069-d670-4419-9fee-2ab4251c88ee</vt:lpwstr>
  </property>
  <property fmtid="{D5CDD505-2E9C-101B-9397-08002B2CF9AE}" pid="38" name="MSIP_Label_b07bbe84-2447-47ed-9f95-d9c34bc076ba_ActionId">
    <vt:lpwstr>24abefcc-5dc9-40b5-a565-6aad143d5dcb</vt:lpwstr>
  </property>
  <property fmtid="{D5CDD505-2E9C-101B-9397-08002B2CF9AE}" pid="39" name="MSIP_Label_b07bbe84-2447-47ed-9f95-d9c34bc076ba_ContentBits">
    <vt:lpwstr>0</vt:lpwstr>
  </property>
  <property fmtid="{D5CDD505-2E9C-101B-9397-08002B2CF9AE}" pid="40" name="MSIP_Label_b07bbe84-2447-47ed-9f95-d9c34bc076ba_Tag">
    <vt:lpwstr>10, 3, 0, 1</vt:lpwstr>
  </property>
</Properties>
</file>