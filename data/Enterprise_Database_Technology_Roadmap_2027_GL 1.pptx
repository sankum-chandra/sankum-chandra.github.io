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4024" r:id="rId6"/>
    <p:sldMasterId id="2147484045" r:id="rId7"/>
    <p:sldMasterId id="2147484060" r:id="rId8"/>
  </p:sldMasterIdLst>
  <p:notesMasterIdLst>
    <p:notesMasterId r:id="rId12"/>
  </p:notesMasterIdLst>
  <p:sldIdLst>
    <p:sldId id="2147483602" r:id="rId9"/>
    <p:sldId id="2147483597" r:id="rId10"/>
    <p:sldId id="2147483595" r:id="rId11"/>
  </p:sldIdLst>
  <p:sldSz cx="12192000" cy="6858000"/>
  <p:notesSz cx="7004050" cy="9290050"/>
  <p:custDataLst>
    <p:tags r:id="rId1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4042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46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85800-086B-0B26-9039-790680839114}" name="Varawalla, Shamim" initials="VS" userId="S::shamim.varawalla@canadalife.com::bb4b3e17-5bef-40d6-a954-434fcbe8182a" providerId="AD"/>
  <p188:author id="{D9659B02-1549-51CC-294C-4A45BAB934AF}" name="Venkatadri, Kaushik" initials="VK" userId="S::kaushik.venkatadri@canadalife.com::507e3d5f-b488-442e-8e6d-90767e555ee6" providerId="AD"/>
  <p188:author id="{E7E14C09-947E-D627-6EEC-880EFC710BEF}" name="Chandrashekar, Santhosh Kumar" initials="CS" userId="S::santhoshkumar.chandrashekar@canadalife.com::33ddd543-969c-47e7-9de7-a6e3c0b036f2" providerId="AD"/>
  <p188:author id="{54AB9D23-3050-6395-67D6-8126D87AE149}" name="Chandrashekar, Santhosh Kumar" initials="SC" userId="S::SanthoshKumar.Chandrashekar@canadalife.com::33ddd543-969c-47e7-9de7-a6e3c0b036f2" providerId="AD"/>
  <p188:author id="{07226F2C-BBF1-2E73-5429-B840E5F99F10}" name="Varawalla, Shamim" initials="VS" userId="S::Shamim.Varawalla@canadalife.com::bb4b3e17-5bef-40d6-a954-434fcbe8182a" providerId="AD"/>
  <p188:author id="{2226CC32-4625-E88E-F680-52A44C4808B8}" name="Bassett, Jeff" initials="JB" userId="S::Jeff.Bassett@canadalife.com::d4654886-c54c-4d12-b957-9029a28d1c44" providerId="AD"/>
  <p188:author id="{9F47EC35-8066-C244-EF33-120C4BDDB4DF}" name="Haugh, Mhairi" initials="HM" userId="S::mhairi.haugh@canadalife.com::19308c5b-d963-4db0-83be-ed092f923b27" providerId="AD"/>
  <p188:author id="{2C65743B-54AA-C80E-FE2B-44E02C59A2EE}" name="Sagar, Sachin" initials="SS" userId="S::Sachin.Sagar@canadalife.com::4455667c-a27b-439d-96fe-dcbbd42989b6" providerId="AD"/>
  <p188:author id="{85939C49-9FC2-AF71-8858-ADCF6B5D6A34}" name="Laroiya, Tushar" initials="TL" userId="S::Tushar.Laroiya@canadalife.com::3884597f-4f91-440c-ab68-e576263846ac" providerId="AD"/>
  <p188:author id="{B0331150-1052-7BA9-3CD5-B9ABE9D9A0D8}" name="Venkatadri, Kaushik" initials="" userId="S::Kaushik.Venkatadri@canadalife.com::507e3d5f-b488-442e-8e6d-90767e555ee6" providerId="AD"/>
  <p188:author id="{B31A1A53-C77B-15BD-DAE1-7DF83A5B6D9D}" name="Loewen, Glen" initials="GL" userId="S::Glen.Loewen@canadalife.com::2ef9f537-55ec-4477-811e-2e72de9426b5" providerId="AD"/>
  <p188:author id="{A4D75254-E6B0-CDF7-938A-68A6545FDE00}" name="Caruso, Dan" initials="CD" userId="S::dan.caruso@canadalife.com::6cd8c7bf-357b-4593-a01f-083e1efa18c5" providerId="AD"/>
  <p188:author id="{291BF75B-CA50-D6FB-3C2C-A039324CE87A}" name="Rempel, Gord" initials="RG" userId="S::gord.rempel@canadalife.com::53d8bceb-b799-4cb6-aaea-c9175897fdf7" providerId="AD"/>
  <p188:author id="{04997B61-8C70-F2F8-B125-916FA1F5FBBD}" name="Singh, Ashish Deep" initials="AS" userId="S::AshishDeep.Singh@canadalife.com::801a5197-f33d-4ee5-a86c-1f6137e3ebd8" providerId="AD"/>
  <p188:author id="{6451CE62-9D8B-E9C3-114A-6C7DB4895624}" name="Rangwani, Shweta" initials="" userId="S::Shweta.Rangwani@canadalife.com::21ae6fc3-079e-4c46-8796-7fbae64933c6" providerId="AD"/>
  <p188:author id="{02872268-5CB5-E934-903F-009E7174D41F}" name="Kochhar, Prasoon" initials="" userId="S::Prasoon.Kochhar@canadalife.com::ddb32b7c-f9d1-4e51-8128-0236a5afa510" providerId="AD"/>
  <p188:author id="{42B70170-2136-25D0-D056-83E890C90CDD}" name="Harriet, Debbie" initials="" userId="S::Debbie.Harriet@canadalife.com::be688dbb-d007-4c8e-a802-3c4adc5ed671" providerId="AD"/>
  <p188:author id="{98D00081-B044-18A2-FB57-81CD714F3789}" name="Bruchanski, Terinia" initials="BT" userId="S::terinia.bruchanski@canadalife.com::5d202a2c-dfac-4bbc-a9d8-2568859b7861" providerId="AD"/>
  <p188:author id="{44E69D85-6C70-496C-17CB-F421CF938756}" name="Haq, Moazzam" initials="MH" userId="S::Moazzam.Haq@canadalife.com::ebcdbb6d-5d9c-444c-9b61-0ce996728529" providerId="AD"/>
  <p188:author id="{ACF0E3A0-10AB-7F8A-C21C-229F505D0C31}" name="Tompkins, Drew" initials="TD" userId="S::drew.tompkins@canadalife.com::5fe6eec8-64fa-464b-8aab-1c923af06b5d" providerId="AD"/>
  <p188:author id="{364702B4-2B68-C300-84DD-439F353EE71F}" name="James, Alison" initials="AJ" userId="S::Alison.James@canadalife.com::299cfd36-2895-48f6-a50e-d6fa25adb1b0" providerId="AD"/>
  <p188:author id="{C59E05C1-8306-A3A8-69C5-2745E0B2A51D}" name="Haugh, Mhairi" initials="MH" userId="S::Mhairi.Haugh@canadalife.com::19308c5b-d963-4db0-83be-ed092f923b27" providerId="AD"/>
  <p188:author id="{A0AE89C3-82C7-4B6A-5944-23E451E2D0E9}" name="Dev Ghosh" initials="DG" userId="S::Dev.Ghosh@parthenon.ey.com::40e6b782-4947-4ff8-98e4-e41331243699" providerId="AD"/>
  <p188:author id="{C9BAE8C6-2B81-B20F-882D-FD365AA73456}" name="James, Alison" initials="JA" userId="S::alison.james@canadalife.com::299cfd36-2895-48f6-a50e-d6fa25adb1b0" providerId="AD"/>
  <p188:author id="{4274E7D4-145F-003F-60FB-0AE7D1781563}" name="Khan, Urooj" initials="KU" userId="S::urooj.khan@canadalife.com::c4c10e43-875b-4366-a7a3-71c462862334" providerId="AD"/>
  <p188:author id="{25B83BD5-1FC8-0D2D-F6CA-11F26F792CE1}" name="Harriet, Debbie" initials="HD" userId="S::debbie.harriet@canadalife.com::be688dbb-d007-4c8e-a802-3c4adc5ed671" providerId="AD"/>
  <p188:author id="{F89D28E7-763E-26FD-C7D4-94E93CC3CC7A}" name="Caruso, Dan" initials="DC" userId="S::Dan.Caruso@canadalife.com::6cd8c7bf-357b-4593-a01f-083e1efa18c5" providerId="AD"/>
  <p188:author id="{A256A5E9-6520-AB5C-B6D3-B9889DFB9156}" name="Singh, Harjot (OCIO)" initials="" userId="S::Harjot.Singh@canadalife.com::aa284084-3f3c-4b29-91fc-54a0819acf76" providerId="AD"/>
  <p188:author id="{6E4D6AF5-F032-D07E-A799-E087948866CC}" name="Mudgil, Ruhi" initials="RM" userId="S::Ruhi.Mudgil@canadalife.com::11c5fdf3-67eb-4ce4-addf-9bd1059f5981" providerId="AD"/>
  <p188:author id="{9D9127F6-C6B8-9372-92BC-D73D56527D9C}" name="Khan, Urooj" initials="UK" userId="S::Urooj.Khan@canadalife.com::c4c10e43-875b-4366-a7a3-71c462862334" providerId="AD"/>
  <p188:author id="{8B597DF9-E2F4-2859-1BBD-F8F32E37FE7F}" name="Tompkins, Drew" initials="DT" userId="S::Drew.Tompkins@canadalife.com::5fe6eec8-64fa-464b-8aab-1c923af06b5d" providerId="AD"/>
  <p188:author id="{988B63FD-84DC-437D-CA1D-AB35886BE6DF}" name="Tran, Han" initials="HT" userId="S::Han.Tran@canadalife.com::bc7537e5-71c1-4515-993e-ff9a95e4f4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C2F"/>
    <a:srgbClr val="000000"/>
    <a:srgbClr val="F0CCD2"/>
    <a:srgbClr val="F2DDAC"/>
    <a:srgbClr val="E0DDC5"/>
    <a:srgbClr val="D9D9D9"/>
    <a:srgbClr val="FFFFFF"/>
    <a:srgbClr val="E61E1E"/>
    <a:srgbClr val="F2F2F2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125"/>
      </p:cViewPr>
      <p:guideLst>
        <p:guide orient="horz" pos="550"/>
        <p:guide orient="horz" pos="4042"/>
        <p:guide pos="166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620C3F-5D84-4983-8B5F-BB5CE3F5AA45}" type="doc">
      <dgm:prSet loTypeId="urn:microsoft.com/office/officeart/2005/8/layout/cycle6" loCatId="cycle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F0B1C57C-26D9-4790-A369-695A15F47780}">
      <dgm:prSet phldrT="[Text]" phldr="0"/>
      <dgm:spPr/>
      <dgm:t>
        <a:bodyPr/>
        <a:lstStyle/>
        <a:p>
          <a:pPr rtl="0"/>
          <a:r>
            <a:rPr lang="en-US" b="0">
              <a:latin typeface="Arial" panose="020B0604020202020204"/>
            </a:rPr>
            <a:t>Agility </a:t>
          </a:r>
          <a:endParaRPr lang="en-US" b="0"/>
        </a:p>
      </dgm:t>
    </dgm:pt>
    <dgm:pt modelId="{F6BBE1B3-D24D-4E68-A6AB-E6E013AC980E}" type="parTrans" cxnId="{C001F2FB-5655-4273-A8A3-180A92C01186}">
      <dgm:prSet/>
      <dgm:spPr/>
      <dgm:t>
        <a:bodyPr/>
        <a:lstStyle/>
        <a:p>
          <a:endParaRPr lang="en-US"/>
        </a:p>
      </dgm:t>
    </dgm:pt>
    <dgm:pt modelId="{ECECC51B-5DA4-414B-9B22-CCECA176B0D3}" type="sibTrans" cxnId="{C001F2FB-5655-4273-A8A3-180A92C01186}">
      <dgm:prSet/>
      <dgm:spPr/>
      <dgm:t>
        <a:bodyPr/>
        <a:lstStyle/>
        <a:p>
          <a:endParaRPr lang="en-US"/>
        </a:p>
      </dgm:t>
    </dgm:pt>
    <dgm:pt modelId="{E117D3B8-6723-483A-B594-ACFEC5655590}">
      <dgm:prSet phldrT="[Text]" phldr="0"/>
      <dgm:spPr/>
      <dgm:t>
        <a:bodyPr/>
        <a:lstStyle/>
        <a:p>
          <a:r>
            <a:rPr lang="en-US" b="0">
              <a:latin typeface="Arial" panose="020B0604020202020204"/>
            </a:rPr>
            <a:t>Resilience</a:t>
          </a:r>
          <a:endParaRPr lang="en-US" b="0"/>
        </a:p>
      </dgm:t>
    </dgm:pt>
    <dgm:pt modelId="{D8A81A21-E83D-472C-9ED2-EBAD90D45CFA}" type="parTrans" cxnId="{FFBD601D-82AC-4314-A2D5-028281A17640}">
      <dgm:prSet/>
      <dgm:spPr/>
      <dgm:t>
        <a:bodyPr/>
        <a:lstStyle/>
        <a:p>
          <a:endParaRPr lang="en-US"/>
        </a:p>
      </dgm:t>
    </dgm:pt>
    <dgm:pt modelId="{1BDA580D-62D5-4616-96C8-8B9987F89A28}" type="sibTrans" cxnId="{FFBD601D-82AC-4314-A2D5-028281A17640}">
      <dgm:prSet/>
      <dgm:spPr/>
      <dgm:t>
        <a:bodyPr/>
        <a:lstStyle/>
        <a:p>
          <a:endParaRPr lang="en-US"/>
        </a:p>
      </dgm:t>
    </dgm:pt>
    <dgm:pt modelId="{79E3B3E3-4226-46DC-BF21-2FD84CB51979}">
      <dgm:prSet phldrT="[Text]" phldr="0"/>
      <dgm:spPr/>
      <dgm:t>
        <a:bodyPr/>
        <a:lstStyle/>
        <a:p>
          <a:pPr rtl="0"/>
          <a:r>
            <a:rPr lang="en-US" b="0">
              <a:latin typeface="Arial" panose="020B0604020202020204"/>
            </a:rPr>
            <a:t>Compliance &amp; Security</a:t>
          </a:r>
          <a:endParaRPr lang="en-US" b="0"/>
        </a:p>
      </dgm:t>
    </dgm:pt>
    <dgm:pt modelId="{2CA8D4ED-4EAE-4617-B86A-B51F606997C4}" type="parTrans" cxnId="{9823E00A-CF16-4579-A0F0-CF269DE96BC1}">
      <dgm:prSet/>
      <dgm:spPr/>
      <dgm:t>
        <a:bodyPr/>
        <a:lstStyle/>
        <a:p>
          <a:endParaRPr lang="en-US"/>
        </a:p>
      </dgm:t>
    </dgm:pt>
    <dgm:pt modelId="{372188EE-E33F-4ECA-8E4A-20DE78D0BDF7}" type="sibTrans" cxnId="{9823E00A-CF16-4579-A0F0-CF269DE96BC1}">
      <dgm:prSet/>
      <dgm:spPr/>
      <dgm:t>
        <a:bodyPr/>
        <a:lstStyle/>
        <a:p>
          <a:endParaRPr lang="en-US"/>
        </a:p>
      </dgm:t>
    </dgm:pt>
    <dgm:pt modelId="{81A131C8-6111-4C0F-ADDC-041704F1FAA5}">
      <dgm:prSet phldrT="[Text]" phldr="0"/>
      <dgm:spPr/>
      <dgm:t>
        <a:bodyPr/>
        <a:lstStyle/>
        <a:p>
          <a:pPr rtl="0"/>
          <a:r>
            <a:rPr lang="en-US" b="0" dirty="0">
              <a:latin typeface="Arial" panose="020B0604020202020204"/>
            </a:rPr>
            <a:t>Consumable Features</a:t>
          </a:r>
          <a:endParaRPr lang="en-US" b="0" dirty="0"/>
        </a:p>
      </dgm:t>
    </dgm:pt>
    <dgm:pt modelId="{4B3F2466-C4D2-451B-A1ED-F77EF9D4A044}" type="parTrans" cxnId="{3F46BFA3-05AF-4EBF-8644-ED0A35B70E97}">
      <dgm:prSet/>
      <dgm:spPr/>
      <dgm:t>
        <a:bodyPr/>
        <a:lstStyle/>
        <a:p>
          <a:endParaRPr lang="en-US"/>
        </a:p>
      </dgm:t>
    </dgm:pt>
    <dgm:pt modelId="{27965818-1BC9-4266-9F65-5C0A204C8581}" type="sibTrans" cxnId="{3F46BFA3-05AF-4EBF-8644-ED0A35B70E97}">
      <dgm:prSet/>
      <dgm:spPr/>
      <dgm:t>
        <a:bodyPr/>
        <a:lstStyle/>
        <a:p>
          <a:endParaRPr lang="en-US"/>
        </a:p>
      </dgm:t>
    </dgm:pt>
    <dgm:pt modelId="{88E063CF-C787-427D-92D4-3AFAFDFE8C96}">
      <dgm:prSet phldrT="[Text]" phldr="0"/>
      <dgm:spPr/>
      <dgm:t>
        <a:bodyPr/>
        <a:lstStyle/>
        <a:p>
          <a:pPr rtl="0"/>
          <a:r>
            <a:rPr lang="en-US" b="0" dirty="0">
              <a:latin typeface="Arial" panose="020B0604020202020204"/>
            </a:rPr>
            <a:t>Reduced Operations</a:t>
          </a:r>
          <a:endParaRPr lang="en-US" b="0" dirty="0"/>
        </a:p>
      </dgm:t>
    </dgm:pt>
    <dgm:pt modelId="{FEB59B61-8481-4109-8AE7-CFFA4CC137B1}" type="parTrans" cxnId="{DE8072A7-5476-469F-BE24-F0B16B6F00FD}">
      <dgm:prSet/>
      <dgm:spPr/>
      <dgm:t>
        <a:bodyPr/>
        <a:lstStyle/>
        <a:p>
          <a:endParaRPr lang="en-US"/>
        </a:p>
      </dgm:t>
    </dgm:pt>
    <dgm:pt modelId="{90DE983F-B54D-4ACA-B6A3-1C18DCB699D4}" type="sibTrans" cxnId="{DE8072A7-5476-469F-BE24-F0B16B6F00FD}">
      <dgm:prSet/>
      <dgm:spPr/>
      <dgm:t>
        <a:bodyPr/>
        <a:lstStyle/>
        <a:p>
          <a:endParaRPr lang="en-US"/>
        </a:p>
      </dgm:t>
    </dgm:pt>
    <dgm:pt modelId="{FBCB326E-761A-404F-AF5C-2A2BFB83EC0F}" type="pres">
      <dgm:prSet presAssocID="{CD620C3F-5D84-4983-8B5F-BB5CE3F5AA45}" presName="cycle" presStyleCnt="0">
        <dgm:presLayoutVars>
          <dgm:dir/>
          <dgm:resizeHandles val="exact"/>
        </dgm:presLayoutVars>
      </dgm:prSet>
      <dgm:spPr/>
    </dgm:pt>
    <dgm:pt modelId="{F112F7CD-A62A-4BB3-92F0-1104CFCEA451}" type="pres">
      <dgm:prSet presAssocID="{F0B1C57C-26D9-4790-A369-695A15F47780}" presName="node" presStyleLbl="node1" presStyleIdx="0" presStyleCnt="5">
        <dgm:presLayoutVars>
          <dgm:bulletEnabled val="1"/>
        </dgm:presLayoutVars>
      </dgm:prSet>
      <dgm:spPr/>
    </dgm:pt>
    <dgm:pt modelId="{D3D8C612-6642-457C-9ED7-EBBA0EFC7CD9}" type="pres">
      <dgm:prSet presAssocID="{F0B1C57C-26D9-4790-A369-695A15F47780}" presName="spNode" presStyleCnt="0"/>
      <dgm:spPr/>
    </dgm:pt>
    <dgm:pt modelId="{86F3AD0F-8783-4AB7-A848-615793932683}" type="pres">
      <dgm:prSet presAssocID="{ECECC51B-5DA4-414B-9B22-CCECA176B0D3}" presName="sibTrans" presStyleLbl="sibTrans1D1" presStyleIdx="0" presStyleCnt="5"/>
      <dgm:spPr/>
    </dgm:pt>
    <dgm:pt modelId="{E453FB4C-32C7-48A0-8666-A3BE31AE7EF4}" type="pres">
      <dgm:prSet presAssocID="{E117D3B8-6723-483A-B594-ACFEC5655590}" presName="node" presStyleLbl="node1" presStyleIdx="1" presStyleCnt="5">
        <dgm:presLayoutVars>
          <dgm:bulletEnabled val="1"/>
        </dgm:presLayoutVars>
      </dgm:prSet>
      <dgm:spPr/>
    </dgm:pt>
    <dgm:pt modelId="{47A0B3C1-BB16-4B83-9F71-5821119AE120}" type="pres">
      <dgm:prSet presAssocID="{E117D3B8-6723-483A-B594-ACFEC5655590}" presName="spNode" presStyleCnt="0"/>
      <dgm:spPr/>
    </dgm:pt>
    <dgm:pt modelId="{C3FFE0B8-9423-4C1B-8E7F-5F6D887A54F1}" type="pres">
      <dgm:prSet presAssocID="{1BDA580D-62D5-4616-96C8-8B9987F89A28}" presName="sibTrans" presStyleLbl="sibTrans1D1" presStyleIdx="1" presStyleCnt="5"/>
      <dgm:spPr/>
    </dgm:pt>
    <dgm:pt modelId="{B48BFF20-8F6B-4365-9131-2837AD6DD5D8}" type="pres">
      <dgm:prSet presAssocID="{79E3B3E3-4226-46DC-BF21-2FD84CB51979}" presName="node" presStyleLbl="node1" presStyleIdx="2" presStyleCnt="5">
        <dgm:presLayoutVars>
          <dgm:bulletEnabled val="1"/>
        </dgm:presLayoutVars>
      </dgm:prSet>
      <dgm:spPr/>
    </dgm:pt>
    <dgm:pt modelId="{16668136-F720-415C-B72B-0A69A590ED77}" type="pres">
      <dgm:prSet presAssocID="{79E3B3E3-4226-46DC-BF21-2FD84CB51979}" presName="spNode" presStyleCnt="0"/>
      <dgm:spPr/>
    </dgm:pt>
    <dgm:pt modelId="{73A313AC-4557-4CF6-94EE-743397B97E45}" type="pres">
      <dgm:prSet presAssocID="{372188EE-E33F-4ECA-8E4A-20DE78D0BDF7}" presName="sibTrans" presStyleLbl="sibTrans1D1" presStyleIdx="2" presStyleCnt="5"/>
      <dgm:spPr/>
    </dgm:pt>
    <dgm:pt modelId="{D3A05672-6DAE-4942-B62E-2CA4D4B41CB3}" type="pres">
      <dgm:prSet presAssocID="{81A131C8-6111-4C0F-ADDC-041704F1FAA5}" presName="node" presStyleLbl="node1" presStyleIdx="3" presStyleCnt="5">
        <dgm:presLayoutVars>
          <dgm:bulletEnabled val="1"/>
        </dgm:presLayoutVars>
      </dgm:prSet>
      <dgm:spPr/>
    </dgm:pt>
    <dgm:pt modelId="{6BC6223E-82E9-4AE9-9900-B855454CF6E2}" type="pres">
      <dgm:prSet presAssocID="{81A131C8-6111-4C0F-ADDC-041704F1FAA5}" presName="spNode" presStyleCnt="0"/>
      <dgm:spPr/>
    </dgm:pt>
    <dgm:pt modelId="{D68D9E6A-620A-4139-AA55-7E81397DABE9}" type="pres">
      <dgm:prSet presAssocID="{27965818-1BC9-4266-9F65-5C0A204C8581}" presName="sibTrans" presStyleLbl="sibTrans1D1" presStyleIdx="3" presStyleCnt="5"/>
      <dgm:spPr/>
    </dgm:pt>
    <dgm:pt modelId="{2ABDFF02-0FD3-4AA9-9A59-6B12B223EF3E}" type="pres">
      <dgm:prSet presAssocID="{88E063CF-C787-427D-92D4-3AFAFDFE8C96}" presName="node" presStyleLbl="node1" presStyleIdx="4" presStyleCnt="5">
        <dgm:presLayoutVars>
          <dgm:bulletEnabled val="1"/>
        </dgm:presLayoutVars>
      </dgm:prSet>
      <dgm:spPr/>
    </dgm:pt>
    <dgm:pt modelId="{E1AFDB13-D4F1-4ADA-9CA3-47801C814EC2}" type="pres">
      <dgm:prSet presAssocID="{88E063CF-C787-427D-92D4-3AFAFDFE8C96}" presName="spNode" presStyleCnt="0"/>
      <dgm:spPr/>
    </dgm:pt>
    <dgm:pt modelId="{525700EF-8480-4B6E-8C7A-A6B594088B3B}" type="pres">
      <dgm:prSet presAssocID="{90DE983F-B54D-4ACA-B6A3-1C18DCB699D4}" presName="sibTrans" presStyleLbl="sibTrans1D1" presStyleIdx="4" presStyleCnt="5"/>
      <dgm:spPr/>
    </dgm:pt>
  </dgm:ptLst>
  <dgm:cxnLst>
    <dgm:cxn modelId="{9D53A504-5E3F-4BF6-BA6C-4B2AA570AB22}" type="presOf" srcId="{90DE983F-B54D-4ACA-B6A3-1C18DCB699D4}" destId="{525700EF-8480-4B6E-8C7A-A6B594088B3B}" srcOrd="0" destOrd="0" presId="urn:microsoft.com/office/officeart/2005/8/layout/cycle6"/>
    <dgm:cxn modelId="{9823E00A-CF16-4579-A0F0-CF269DE96BC1}" srcId="{CD620C3F-5D84-4983-8B5F-BB5CE3F5AA45}" destId="{79E3B3E3-4226-46DC-BF21-2FD84CB51979}" srcOrd="2" destOrd="0" parTransId="{2CA8D4ED-4EAE-4617-B86A-B51F606997C4}" sibTransId="{372188EE-E33F-4ECA-8E4A-20DE78D0BDF7}"/>
    <dgm:cxn modelId="{FFBD601D-82AC-4314-A2D5-028281A17640}" srcId="{CD620C3F-5D84-4983-8B5F-BB5CE3F5AA45}" destId="{E117D3B8-6723-483A-B594-ACFEC5655590}" srcOrd="1" destOrd="0" parTransId="{D8A81A21-E83D-472C-9ED2-EBAD90D45CFA}" sibTransId="{1BDA580D-62D5-4616-96C8-8B9987F89A28}"/>
    <dgm:cxn modelId="{B8FE323F-EE8E-4BD6-B1EF-822E2BB6A6CD}" type="presOf" srcId="{27965818-1BC9-4266-9F65-5C0A204C8581}" destId="{D68D9E6A-620A-4139-AA55-7E81397DABE9}" srcOrd="0" destOrd="0" presId="urn:microsoft.com/office/officeart/2005/8/layout/cycle6"/>
    <dgm:cxn modelId="{1F9D886E-6F99-44A4-9095-02858BBD0C43}" type="presOf" srcId="{CD620C3F-5D84-4983-8B5F-BB5CE3F5AA45}" destId="{FBCB326E-761A-404F-AF5C-2A2BFB83EC0F}" srcOrd="0" destOrd="0" presId="urn:microsoft.com/office/officeart/2005/8/layout/cycle6"/>
    <dgm:cxn modelId="{91F12088-6515-4E36-809E-79585DB97A15}" type="presOf" srcId="{ECECC51B-5DA4-414B-9B22-CCECA176B0D3}" destId="{86F3AD0F-8783-4AB7-A848-615793932683}" srcOrd="0" destOrd="0" presId="urn:microsoft.com/office/officeart/2005/8/layout/cycle6"/>
    <dgm:cxn modelId="{4A460C8C-9736-4D2B-A673-8F17BF1E4F82}" type="presOf" srcId="{E117D3B8-6723-483A-B594-ACFEC5655590}" destId="{E453FB4C-32C7-48A0-8666-A3BE31AE7EF4}" srcOrd="0" destOrd="0" presId="urn:microsoft.com/office/officeart/2005/8/layout/cycle6"/>
    <dgm:cxn modelId="{9A3E2691-673D-494C-BD80-5BBDA74BF7B5}" type="presOf" srcId="{372188EE-E33F-4ECA-8E4A-20DE78D0BDF7}" destId="{73A313AC-4557-4CF6-94EE-743397B97E45}" srcOrd="0" destOrd="0" presId="urn:microsoft.com/office/officeart/2005/8/layout/cycle6"/>
    <dgm:cxn modelId="{D31A459B-CAE4-4BAD-A409-2EE9F14E6C7F}" type="presOf" srcId="{1BDA580D-62D5-4616-96C8-8B9987F89A28}" destId="{C3FFE0B8-9423-4C1B-8E7F-5F6D887A54F1}" srcOrd="0" destOrd="0" presId="urn:microsoft.com/office/officeart/2005/8/layout/cycle6"/>
    <dgm:cxn modelId="{1830A39F-6062-4FED-A142-43FF6B2817B7}" type="presOf" srcId="{F0B1C57C-26D9-4790-A369-695A15F47780}" destId="{F112F7CD-A62A-4BB3-92F0-1104CFCEA451}" srcOrd="0" destOrd="0" presId="urn:microsoft.com/office/officeart/2005/8/layout/cycle6"/>
    <dgm:cxn modelId="{3F46BFA3-05AF-4EBF-8644-ED0A35B70E97}" srcId="{CD620C3F-5D84-4983-8B5F-BB5CE3F5AA45}" destId="{81A131C8-6111-4C0F-ADDC-041704F1FAA5}" srcOrd="3" destOrd="0" parTransId="{4B3F2466-C4D2-451B-A1ED-F77EF9D4A044}" sibTransId="{27965818-1BC9-4266-9F65-5C0A204C8581}"/>
    <dgm:cxn modelId="{DE8072A7-5476-469F-BE24-F0B16B6F00FD}" srcId="{CD620C3F-5D84-4983-8B5F-BB5CE3F5AA45}" destId="{88E063CF-C787-427D-92D4-3AFAFDFE8C96}" srcOrd="4" destOrd="0" parTransId="{FEB59B61-8481-4109-8AE7-CFFA4CC137B1}" sibTransId="{90DE983F-B54D-4ACA-B6A3-1C18DCB699D4}"/>
    <dgm:cxn modelId="{D23F19AD-1DFB-4909-AE07-A9BCE904F509}" type="presOf" srcId="{79E3B3E3-4226-46DC-BF21-2FD84CB51979}" destId="{B48BFF20-8F6B-4365-9131-2837AD6DD5D8}" srcOrd="0" destOrd="0" presId="urn:microsoft.com/office/officeart/2005/8/layout/cycle6"/>
    <dgm:cxn modelId="{767F5EDB-2E96-44E4-B951-1499C87AF65A}" type="presOf" srcId="{81A131C8-6111-4C0F-ADDC-041704F1FAA5}" destId="{D3A05672-6DAE-4942-B62E-2CA4D4B41CB3}" srcOrd="0" destOrd="0" presId="urn:microsoft.com/office/officeart/2005/8/layout/cycle6"/>
    <dgm:cxn modelId="{8A780AEC-A406-43EB-A973-F6FF246F3CC4}" type="presOf" srcId="{88E063CF-C787-427D-92D4-3AFAFDFE8C96}" destId="{2ABDFF02-0FD3-4AA9-9A59-6B12B223EF3E}" srcOrd="0" destOrd="0" presId="urn:microsoft.com/office/officeart/2005/8/layout/cycle6"/>
    <dgm:cxn modelId="{C001F2FB-5655-4273-A8A3-180A92C01186}" srcId="{CD620C3F-5D84-4983-8B5F-BB5CE3F5AA45}" destId="{F0B1C57C-26D9-4790-A369-695A15F47780}" srcOrd="0" destOrd="0" parTransId="{F6BBE1B3-D24D-4E68-A6AB-E6E013AC980E}" sibTransId="{ECECC51B-5DA4-414B-9B22-CCECA176B0D3}"/>
    <dgm:cxn modelId="{B1254704-9C8D-40AB-9435-F2F303F0572C}" type="presParOf" srcId="{FBCB326E-761A-404F-AF5C-2A2BFB83EC0F}" destId="{F112F7CD-A62A-4BB3-92F0-1104CFCEA451}" srcOrd="0" destOrd="0" presId="urn:microsoft.com/office/officeart/2005/8/layout/cycle6"/>
    <dgm:cxn modelId="{6EC4CC6B-E875-4712-8081-895AA67FFFD4}" type="presParOf" srcId="{FBCB326E-761A-404F-AF5C-2A2BFB83EC0F}" destId="{D3D8C612-6642-457C-9ED7-EBBA0EFC7CD9}" srcOrd="1" destOrd="0" presId="urn:microsoft.com/office/officeart/2005/8/layout/cycle6"/>
    <dgm:cxn modelId="{D7499E21-A560-4168-9ABA-DFC8CE7CA944}" type="presParOf" srcId="{FBCB326E-761A-404F-AF5C-2A2BFB83EC0F}" destId="{86F3AD0F-8783-4AB7-A848-615793932683}" srcOrd="2" destOrd="0" presId="urn:microsoft.com/office/officeart/2005/8/layout/cycle6"/>
    <dgm:cxn modelId="{0BBA147C-6228-4D93-BFCE-2E20F092BC0D}" type="presParOf" srcId="{FBCB326E-761A-404F-AF5C-2A2BFB83EC0F}" destId="{E453FB4C-32C7-48A0-8666-A3BE31AE7EF4}" srcOrd="3" destOrd="0" presId="urn:microsoft.com/office/officeart/2005/8/layout/cycle6"/>
    <dgm:cxn modelId="{667E188B-8563-42CB-B209-064BFD2DCE9B}" type="presParOf" srcId="{FBCB326E-761A-404F-AF5C-2A2BFB83EC0F}" destId="{47A0B3C1-BB16-4B83-9F71-5821119AE120}" srcOrd="4" destOrd="0" presId="urn:microsoft.com/office/officeart/2005/8/layout/cycle6"/>
    <dgm:cxn modelId="{BB3F7439-74F5-4359-9042-B48A7A1E2C0D}" type="presParOf" srcId="{FBCB326E-761A-404F-AF5C-2A2BFB83EC0F}" destId="{C3FFE0B8-9423-4C1B-8E7F-5F6D887A54F1}" srcOrd="5" destOrd="0" presId="urn:microsoft.com/office/officeart/2005/8/layout/cycle6"/>
    <dgm:cxn modelId="{E5D0B37E-F9BD-4E59-A6EC-D9DCB2BC7646}" type="presParOf" srcId="{FBCB326E-761A-404F-AF5C-2A2BFB83EC0F}" destId="{B48BFF20-8F6B-4365-9131-2837AD6DD5D8}" srcOrd="6" destOrd="0" presId="urn:microsoft.com/office/officeart/2005/8/layout/cycle6"/>
    <dgm:cxn modelId="{1A1B5CCD-305E-4CD3-8D1E-C18E31C65B51}" type="presParOf" srcId="{FBCB326E-761A-404F-AF5C-2A2BFB83EC0F}" destId="{16668136-F720-415C-B72B-0A69A590ED77}" srcOrd="7" destOrd="0" presId="urn:microsoft.com/office/officeart/2005/8/layout/cycle6"/>
    <dgm:cxn modelId="{99BF16DB-6A9A-46B7-8424-28DC6BAF7223}" type="presParOf" srcId="{FBCB326E-761A-404F-AF5C-2A2BFB83EC0F}" destId="{73A313AC-4557-4CF6-94EE-743397B97E45}" srcOrd="8" destOrd="0" presId="urn:microsoft.com/office/officeart/2005/8/layout/cycle6"/>
    <dgm:cxn modelId="{7EDFCA97-3595-439A-B200-B2837689C473}" type="presParOf" srcId="{FBCB326E-761A-404F-AF5C-2A2BFB83EC0F}" destId="{D3A05672-6DAE-4942-B62E-2CA4D4B41CB3}" srcOrd="9" destOrd="0" presId="urn:microsoft.com/office/officeart/2005/8/layout/cycle6"/>
    <dgm:cxn modelId="{3DA55E85-D0AC-4310-A833-057FA9A478F5}" type="presParOf" srcId="{FBCB326E-761A-404F-AF5C-2A2BFB83EC0F}" destId="{6BC6223E-82E9-4AE9-9900-B855454CF6E2}" srcOrd="10" destOrd="0" presId="urn:microsoft.com/office/officeart/2005/8/layout/cycle6"/>
    <dgm:cxn modelId="{F9E2D7AD-ED68-49FE-9156-C608A282D359}" type="presParOf" srcId="{FBCB326E-761A-404F-AF5C-2A2BFB83EC0F}" destId="{D68D9E6A-620A-4139-AA55-7E81397DABE9}" srcOrd="11" destOrd="0" presId="urn:microsoft.com/office/officeart/2005/8/layout/cycle6"/>
    <dgm:cxn modelId="{FF54B473-BC4F-44E0-9BFC-37B3820BD056}" type="presParOf" srcId="{FBCB326E-761A-404F-AF5C-2A2BFB83EC0F}" destId="{2ABDFF02-0FD3-4AA9-9A59-6B12B223EF3E}" srcOrd="12" destOrd="0" presId="urn:microsoft.com/office/officeart/2005/8/layout/cycle6"/>
    <dgm:cxn modelId="{AA1EC9AA-AC56-49D0-85E8-6C9CD3BCA95A}" type="presParOf" srcId="{FBCB326E-761A-404F-AF5C-2A2BFB83EC0F}" destId="{E1AFDB13-D4F1-4ADA-9CA3-47801C814EC2}" srcOrd="13" destOrd="0" presId="urn:microsoft.com/office/officeart/2005/8/layout/cycle6"/>
    <dgm:cxn modelId="{7B746340-BE2B-42E1-943B-9C0390D89400}" type="presParOf" srcId="{FBCB326E-761A-404F-AF5C-2A2BFB83EC0F}" destId="{525700EF-8480-4B6E-8C7A-A6B594088B3B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2F7CD-A62A-4BB3-92F0-1104CFCEA451}">
      <dsp:nvSpPr>
        <dsp:cNvPr id="0" name=""/>
        <dsp:cNvSpPr/>
      </dsp:nvSpPr>
      <dsp:spPr>
        <a:xfrm>
          <a:off x="1348058" y="1343"/>
          <a:ext cx="922262" cy="5994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latin typeface="Arial" panose="020B0604020202020204"/>
            </a:rPr>
            <a:t>Agility </a:t>
          </a:r>
          <a:endParaRPr lang="en-US" sz="1000" b="0" kern="1200"/>
        </a:p>
      </dsp:txBody>
      <dsp:txXfrm>
        <a:off x="1377322" y="30607"/>
        <a:ext cx="863734" cy="540942"/>
      </dsp:txXfrm>
    </dsp:sp>
    <dsp:sp modelId="{86F3AD0F-8783-4AB7-A848-615793932683}">
      <dsp:nvSpPr>
        <dsp:cNvPr id="0" name=""/>
        <dsp:cNvSpPr/>
      </dsp:nvSpPr>
      <dsp:spPr>
        <a:xfrm>
          <a:off x="609678" y="301078"/>
          <a:ext cx="2399022" cy="2399022"/>
        </a:xfrm>
        <a:custGeom>
          <a:avLst/>
          <a:gdLst/>
          <a:ahLst/>
          <a:cxnLst/>
          <a:rect l="0" t="0" r="0" b="0"/>
          <a:pathLst>
            <a:path>
              <a:moveTo>
                <a:pt x="1667001" y="94848"/>
              </a:moveTo>
              <a:arcTo wR="1199511" hR="1199511" stAng="17576276" swAng="196518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53FB4C-32C7-48A0-8666-A3BE31AE7EF4}">
      <dsp:nvSpPr>
        <dsp:cNvPr id="0" name=""/>
        <dsp:cNvSpPr/>
      </dsp:nvSpPr>
      <dsp:spPr>
        <a:xfrm>
          <a:off x="2488861" y="830185"/>
          <a:ext cx="922262" cy="5994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latin typeface="Arial" panose="020B0604020202020204"/>
            </a:rPr>
            <a:t>Resilience</a:t>
          </a:r>
          <a:endParaRPr lang="en-US" sz="1000" b="0" kern="1200"/>
        </a:p>
      </dsp:txBody>
      <dsp:txXfrm>
        <a:off x="2518125" y="859449"/>
        <a:ext cx="863734" cy="540942"/>
      </dsp:txXfrm>
    </dsp:sp>
    <dsp:sp modelId="{C3FFE0B8-9423-4C1B-8E7F-5F6D887A54F1}">
      <dsp:nvSpPr>
        <dsp:cNvPr id="0" name=""/>
        <dsp:cNvSpPr/>
      </dsp:nvSpPr>
      <dsp:spPr>
        <a:xfrm>
          <a:off x="609678" y="301078"/>
          <a:ext cx="2399022" cy="2399022"/>
        </a:xfrm>
        <a:custGeom>
          <a:avLst/>
          <a:gdLst/>
          <a:ahLst/>
          <a:cxnLst/>
          <a:rect l="0" t="0" r="0" b="0"/>
          <a:pathLst>
            <a:path>
              <a:moveTo>
                <a:pt x="2397353" y="1136254"/>
              </a:moveTo>
              <a:arcTo wR="1199511" hR="1199511" stAng="21418623" swAng="2199104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8BFF20-8F6B-4365-9131-2837AD6DD5D8}">
      <dsp:nvSpPr>
        <dsp:cNvPr id="0" name=""/>
        <dsp:cNvSpPr/>
      </dsp:nvSpPr>
      <dsp:spPr>
        <a:xfrm>
          <a:off x="2053113" y="2171279"/>
          <a:ext cx="922262" cy="5994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latin typeface="Arial" panose="020B0604020202020204"/>
            </a:rPr>
            <a:t>Compliance &amp; Security</a:t>
          </a:r>
          <a:endParaRPr lang="en-US" sz="1000" b="0" kern="1200"/>
        </a:p>
      </dsp:txBody>
      <dsp:txXfrm>
        <a:off x="2082377" y="2200543"/>
        <a:ext cx="863734" cy="540942"/>
      </dsp:txXfrm>
    </dsp:sp>
    <dsp:sp modelId="{73A313AC-4557-4CF6-94EE-743397B97E45}">
      <dsp:nvSpPr>
        <dsp:cNvPr id="0" name=""/>
        <dsp:cNvSpPr/>
      </dsp:nvSpPr>
      <dsp:spPr>
        <a:xfrm>
          <a:off x="609678" y="301078"/>
          <a:ext cx="2399022" cy="2399022"/>
        </a:xfrm>
        <a:custGeom>
          <a:avLst/>
          <a:gdLst/>
          <a:ahLst/>
          <a:cxnLst/>
          <a:rect l="0" t="0" r="0" b="0"/>
          <a:pathLst>
            <a:path>
              <a:moveTo>
                <a:pt x="1438656" y="2374941"/>
              </a:moveTo>
              <a:arcTo wR="1199511" hR="1199511" stAng="4709997" swAng="1380006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A05672-6DAE-4942-B62E-2CA4D4B41CB3}">
      <dsp:nvSpPr>
        <dsp:cNvPr id="0" name=""/>
        <dsp:cNvSpPr/>
      </dsp:nvSpPr>
      <dsp:spPr>
        <a:xfrm>
          <a:off x="643003" y="2171279"/>
          <a:ext cx="922262" cy="5994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>
              <a:latin typeface="Arial" panose="020B0604020202020204"/>
            </a:rPr>
            <a:t>Consumable Features</a:t>
          </a:r>
          <a:endParaRPr lang="en-US" sz="1000" b="0" kern="1200" dirty="0"/>
        </a:p>
      </dsp:txBody>
      <dsp:txXfrm>
        <a:off x="672267" y="2200543"/>
        <a:ext cx="863734" cy="540942"/>
      </dsp:txXfrm>
    </dsp:sp>
    <dsp:sp modelId="{D68D9E6A-620A-4139-AA55-7E81397DABE9}">
      <dsp:nvSpPr>
        <dsp:cNvPr id="0" name=""/>
        <dsp:cNvSpPr/>
      </dsp:nvSpPr>
      <dsp:spPr>
        <a:xfrm>
          <a:off x="609678" y="301078"/>
          <a:ext cx="2399022" cy="2399022"/>
        </a:xfrm>
        <a:custGeom>
          <a:avLst/>
          <a:gdLst/>
          <a:ahLst/>
          <a:cxnLst/>
          <a:rect l="0" t="0" r="0" b="0"/>
          <a:pathLst>
            <a:path>
              <a:moveTo>
                <a:pt x="200746" y="1863812"/>
              </a:moveTo>
              <a:arcTo wR="1199511" hR="1199511" stAng="8782273" swAng="2199104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DFF02-0FD3-4AA9-9A59-6B12B223EF3E}">
      <dsp:nvSpPr>
        <dsp:cNvPr id="0" name=""/>
        <dsp:cNvSpPr/>
      </dsp:nvSpPr>
      <dsp:spPr>
        <a:xfrm>
          <a:off x="207255" y="830185"/>
          <a:ext cx="922262" cy="5994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>
              <a:latin typeface="Arial" panose="020B0604020202020204"/>
            </a:rPr>
            <a:t>Reduced Operations</a:t>
          </a:r>
          <a:endParaRPr lang="en-US" sz="1000" b="0" kern="1200" dirty="0"/>
        </a:p>
      </dsp:txBody>
      <dsp:txXfrm>
        <a:off x="236519" y="859449"/>
        <a:ext cx="863734" cy="540942"/>
      </dsp:txXfrm>
    </dsp:sp>
    <dsp:sp modelId="{525700EF-8480-4B6E-8C7A-A6B594088B3B}">
      <dsp:nvSpPr>
        <dsp:cNvPr id="0" name=""/>
        <dsp:cNvSpPr/>
      </dsp:nvSpPr>
      <dsp:spPr>
        <a:xfrm>
          <a:off x="609678" y="301078"/>
          <a:ext cx="2399022" cy="2399022"/>
        </a:xfrm>
        <a:custGeom>
          <a:avLst/>
          <a:gdLst/>
          <a:ahLst/>
          <a:cxnLst/>
          <a:rect l="0" t="0" r="0" b="0"/>
          <a:pathLst>
            <a:path>
              <a:moveTo>
                <a:pt x="208703" y="523399"/>
              </a:moveTo>
              <a:arcTo wR="1199511" hR="1199511" stAng="12858542" swAng="196518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/>
            </a:lvl1pPr>
          </a:lstStyle>
          <a:p>
            <a:fld id="{96DF29BA-0CA2-49C2-976B-1DCB9770595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0463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05" y="4470837"/>
            <a:ext cx="5603240" cy="3657957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/>
            </a:lvl1pPr>
          </a:lstStyle>
          <a:p>
            <a:fld id="{0992D678-824D-4B52-AB7F-FB5175FA1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2.xml"/><Relationship Id="rId7" Type="http://schemas.openxmlformats.org/officeDocument/2006/relationships/oleObject" Target="../embeddings/oleObject4.bin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37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9.xml"/><Relationship Id="rId7" Type="http://schemas.openxmlformats.org/officeDocument/2006/relationships/oleObject" Target="../embeddings/oleObject4.bin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4.xml"/><Relationship Id="rId7" Type="http://schemas.openxmlformats.org/officeDocument/2006/relationships/oleObject" Target="../embeddings/oleObject7.bin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9.xml"/><Relationship Id="rId7" Type="http://schemas.openxmlformats.org/officeDocument/2006/relationships/oleObject" Target="../embeddings/oleObject4.bin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6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3.emf"/><Relationship Id="rId5" Type="http://schemas.openxmlformats.org/officeDocument/2006/relationships/tags" Target="../tags/tag72.xml"/><Relationship Id="rId10" Type="http://schemas.openxmlformats.org/officeDocument/2006/relationships/image" Target="../media/image4.emf"/><Relationship Id="rId4" Type="http://schemas.openxmlformats.org/officeDocument/2006/relationships/tags" Target="../tags/tag71.xml"/><Relationship Id="rId9" Type="http://schemas.openxmlformats.org/officeDocument/2006/relationships/oleObject" Target="../embeddings/oleObject9.bin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3.emf"/><Relationship Id="rId5" Type="http://schemas.openxmlformats.org/officeDocument/2006/relationships/tags" Target="../tags/tag79.xml"/><Relationship Id="rId10" Type="http://schemas.openxmlformats.org/officeDocument/2006/relationships/image" Target="../media/image4.emf"/><Relationship Id="rId4" Type="http://schemas.openxmlformats.org/officeDocument/2006/relationships/tags" Target="../tags/tag78.xml"/><Relationship Id="rId9" Type="http://schemas.openxmlformats.org/officeDocument/2006/relationships/oleObject" Target="../embeddings/oleObject10.bin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3.emf"/><Relationship Id="rId5" Type="http://schemas.openxmlformats.org/officeDocument/2006/relationships/tags" Target="../tags/tag86.xml"/><Relationship Id="rId10" Type="http://schemas.openxmlformats.org/officeDocument/2006/relationships/image" Target="../media/image4.emf"/><Relationship Id="rId4" Type="http://schemas.openxmlformats.org/officeDocument/2006/relationships/tags" Target="../tags/tag85.xml"/><Relationship Id="rId9" Type="http://schemas.openxmlformats.org/officeDocument/2006/relationships/oleObject" Target="../embeddings/oleObject11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3.emf"/><Relationship Id="rId5" Type="http://schemas.openxmlformats.org/officeDocument/2006/relationships/tags" Target="../tags/tag93.xml"/><Relationship Id="rId10" Type="http://schemas.openxmlformats.org/officeDocument/2006/relationships/image" Target="../media/image5.emf"/><Relationship Id="rId4" Type="http://schemas.openxmlformats.org/officeDocument/2006/relationships/tags" Target="../tags/tag92.xml"/><Relationship Id="rId9" Type="http://schemas.openxmlformats.org/officeDocument/2006/relationships/oleObject" Target="../embeddings/oleObject12.bin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3.emf"/><Relationship Id="rId5" Type="http://schemas.openxmlformats.org/officeDocument/2006/relationships/tags" Target="../tags/tag100.xml"/><Relationship Id="rId10" Type="http://schemas.openxmlformats.org/officeDocument/2006/relationships/image" Target="../media/image4.emf"/><Relationship Id="rId4" Type="http://schemas.openxmlformats.org/officeDocument/2006/relationships/tags" Target="../tags/tag99.xml"/><Relationship Id="rId9" Type="http://schemas.openxmlformats.org/officeDocument/2006/relationships/oleObject" Target="../embeddings/oleObject13.bin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3.emf"/><Relationship Id="rId5" Type="http://schemas.openxmlformats.org/officeDocument/2006/relationships/tags" Target="../tags/tag107.xml"/><Relationship Id="rId10" Type="http://schemas.openxmlformats.org/officeDocument/2006/relationships/image" Target="../media/image4.emf"/><Relationship Id="rId4" Type="http://schemas.openxmlformats.org/officeDocument/2006/relationships/tags" Target="../tags/tag106.xml"/><Relationship Id="rId9" Type="http://schemas.openxmlformats.org/officeDocument/2006/relationships/oleObject" Target="../embeddings/oleObject14.bin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image" Target="../media/image3.emf"/><Relationship Id="rId5" Type="http://schemas.openxmlformats.org/officeDocument/2006/relationships/tags" Target="../tags/tag114.xml"/><Relationship Id="rId10" Type="http://schemas.openxmlformats.org/officeDocument/2006/relationships/image" Target="../media/image5.emf"/><Relationship Id="rId4" Type="http://schemas.openxmlformats.org/officeDocument/2006/relationships/tags" Target="../tags/tag113.xml"/><Relationship Id="rId9" Type="http://schemas.openxmlformats.org/officeDocument/2006/relationships/oleObject" Target="../embeddings/oleObject15.bin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image" Target="../media/image3.emf"/><Relationship Id="rId5" Type="http://schemas.openxmlformats.org/officeDocument/2006/relationships/tags" Target="../tags/tag121.xml"/><Relationship Id="rId10" Type="http://schemas.openxmlformats.org/officeDocument/2006/relationships/image" Target="../media/image4.emf"/><Relationship Id="rId4" Type="http://schemas.openxmlformats.org/officeDocument/2006/relationships/tags" Target="../tags/tag120.xml"/><Relationship Id="rId9" Type="http://schemas.openxmlformats.org/officeDocument/2006/relationships/oleObject" Target="../embeddings/oleObject16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3.emf"/><Relationship Id="rId5" Type="http://schemas.openxmlformats.org/officeDocument/2006/relationships/tags" Target="../tags/tag128.xml"/><Relationship Id="rId10" Type="http://schemas.openxmlformats.org/officeDocument/2006/relationships/image" Target="../media/image4.emf"/><Relationship Id="rId4" Type="http://schemas.openxmlformats.org/officeDocument/2006/relationships/tags" Target="../tags/tag127.xml"/><Relationship Id="rId9" Type="http://schemas.openxmlformats.org/officeDocument/2006/relationships/oleObject" Target="../embeddings/oleObject17.bin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image" Target="../media/image3.emf"/><Relationship Id="rId5" Type="http://schemas.openxmlformats.org/officeDocument/2006/relationships/tags" Target="../tags/tag135.xml"/><Relationship Id="rId10" Type="http://schemas.openxmlformats.org/officeDocument/2006/relationships/image" Target="../media/image4.emf"/><Relationship Id="rId4" Type="http://schemas.openxmlformats.org/officeDocument/2006/relationships/tags" Target="../tags/tag134.xml"/><Relationship Id="rId9" Type="http://schemas.openxmlformats.org/officeDocument/2006/relationships/oleObject" Target="../embeddings/oleObject4.bin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40.xml"/><Relationship Id="rId7" Type="http://schemas.openxmlformats.org/officeDocument/2006/relationships/oleObject" Target="../embeddings/oleObject18.bin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9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7" Type="http://schemas.openxmlformats.org/officeDocument/2006/relationships/image" Target="../media/image3.emf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0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67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2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76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435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05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3936" userDrawn="1">
          <p15:clr>
            <a:srgbClr val="FBAE40"/>
          </p15:clr>
        </p15:guide>
        <p15:guide id="4" orient="horz" pos="3792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164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816" userDrawn="1">
          <p15:clr>
            <a:srgbClr val="FBAE40"/>
          </p15:clr>
        </p15:guide>
        <p15:guide id="4" orient="horz" pos="3936" userDrawn="1">
          <p15:clr>
            <a:srgbClr val="FBAE40"/>
          </p15:clr>
        </p15:guide>
        <p15:guide id="5" orient="horz" pos="3792" userDrawn="1">
          <p15:clr>
            <a:srgbClr val="FBAE40"/>
          </p15:clr>
        </p15:guide>
        <p15:guide id="6" pos="3744" userDrawn="1">
          <p15:clr>
            <a:srgbClr val="FBAE40"/>
          </p15:clr>
        </p15:guide>
        <p15:guide id="7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61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82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576" userDrawn="1">
          <p15:clr>
            <a:srgbClr val="FBAE40"/>
          </p15:clr>
        </p15:guide>
        <p15:guide id="4" orient="horz" pos="8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7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47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771C-B75B-5948-B389-31FAC523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99" y="258707"/>
            <a:ext cx="10515600" cy="4979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F05CB-0C0C-0346-B965-4B52E38BD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EC9632-FDFC-7346-ADAC-032CD9055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51D7F-14A2-E349-A752-D858A6B93E45}"/>
              </a:ext>
            </a:extLst>
          </p:cNvPr>
          <p:cNvSpPr/>
          <p:nvPr userDrawn="1"/>
        </p:nvSpPr>
        <p:spPr>
          <a:xfrm>
            <a:off x="0" y="914400"/>
            <a:ext cx="12192000" cy="525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A6D5213-C91B-FB4F-87B7-F8A925E83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364" y="6477535"/>
            <a:ext cx="2195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content, foot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426720" y="347472"/>
            <a:ext cx="11338560" cy="6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Line 4"/>
          <p:cNvSpPr>
            <a:spLocks noChangeShapeType="1"/>
          </p:cNvSpPr>
          <p:nvPr userDrawn="1"/>
        </p:nvSpPr>
        <p:spPr bwMode="auto">
          <a:xfrm>
            <a:off x="426720" y="1060704"/>
            <a:ext cx="11338560" cy="0"/>
          </a:xfrm>
          <a:prstGeom prst="line">
            <a:avLst/>
          </a:prstGeom>
          <a:noFill/>
          <a:ln w="28575">
            <a:solidFill>
              <a:srgbClr val="DBCDA3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426720" y="1188721"/>
            <a:ext cx="11338560" cy="4986801"/>
          </a:xfrm>
        </p:spPr>
        <p:txBody>
          <a:bodyPr/>
          <a:lstStyle>
            <a:lvl2pPr>
              <a:buSzPct val="100000"/>
              <a:defRPr/>
            </a:lvl2pPr>
            <a:lvl3pPr marL="685800" indent="-228600">
              <a:buSzPct val="100000"/>
              <a:defRPr/>
            </a:lvl3pPr>
            <a:lvl4pPr marL="685800" indent="0">
              <a:buSzPct val="10000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6EA941-3153-4BEC-91E1-C253E1A9E112}"/>
              </a:ext>
            </a:extLst>
          </p:cNvPr>
          <p:cNvSpPr txBox="1">
            <a:spLocks/>
          </p:cNvSpPr>
          <p:nvPr userDrawn="1"/>
        </p:nvSpPr>
        <p:spPr>
          <a:xfrm>
            <a:off x="11519337" y="155448"/>
            <a:ext cx="568367" cy="274320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C06B-7969-479A-854B-651176F39A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8064655-CA29-4AAE-B70C-F2735092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6720" y="6230388"/>
            <a:ext cx="11338560" cy="365125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5C51CB0-F570-462F-B2F9-2F3FC829B957}"/>
              </a:ext>
            </a:extLst>
          </p:cNvPr>
          <p:cNvSpPr txBox="1">
            <a:spLocks/>
          </p:cNvSpPr>
          <p:nvPr userDrawn="1"/>
        </p:nvSpPr>
        <p:spPr>
          <a:xfrm>
            <a:off x="4150720" y="652471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5547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623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3032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4980756"/>
            <a:ext cx="114208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kumimoji="0" lang="en-US" sz="2000" b="0" i="0" u="none" strike="noStrike" cap="none" spc="0" normalizeH="0" baseline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cs typeface="+mn-cs"/>
              </a:defRPr>
            </a:lvl1pPr>
          </a:lstStyle>
          <a:p>
            <a:pPr marR="0" lvl="0" defTabSz="6858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2711195"/>
            <a:ext cx="11420856" cy="6093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kumimoji="0" lang="en-US" sz="4400" i="0" u="none" strike="noStrike" cap="none" normalizeH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0" marR="0" lvl="0" indent="0" defTabSz="685800" fontAlgn="auto">
              <a:lnSpc>
                <a:spcPct val="9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F0184-ECB8-E567-18D1-18A7529CA6D1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AD9AAC-CE4A-6459-4CDD-63A45392768C}"/>
              </a:ext>
            </a:extLst>
          </p:cNvPr>
          <p:cNvSpPr txBox="1"/>
          <p:nvPr userDrawn="1"/>
        </p:nvSpPr>
        <p:spPr>
          <a:xfrm>
            <a:off x="390981" y="6386285"/>
            <a:ext cx="186508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</a:rPr>
              <a:t>CONFIDENTIAL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F57E0A3-B8F1-434E-5D86-6C16788C5AC0}"/>
              </a:ext>
            </a:extLst>
          </p:cNvPr>
          <p:cNvSpPr txBox="1">
            <a:spLocks/>
          </p:cNvSpPr>
          <p:nvPr userDrawn="1"/>
        </p:nvSpPr>
        <p:spPr>
          <a:xfrm>
            <a:off x="381000" y="0"/>
            <a:ext cx="1371600" cy="1371600"/>
          </a:xfrm>
          <a:prstGeom prst="rect">
            <a:avLst/>
          </a:prstGeom>
          <a:solidFill>
            <a:srgbClr val="BA0C2F"/>
          </a:solidFill>
        </p:spPr>
        <p:txBody>
          <a:bodyPr vert="horz" lIns="91440" tIns="0" rIns="0" bIns="13716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71448" y="1082457"/>
            <a:ext cx="1133554" cy="1538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sz="10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CA"/>
              <a:t>Edit date or title/role</a:t>
            </a:r>
          </a:p>
        </p:txBody>
      </p:sp>
    </p:spTree>
    <p:extLst>
      <p:ext uri="{BB962C8B-B14F-4D97-AF65-F5344CB8AC3E}">
        <p14:creationId xmlns:p14="http://schemas.microsoft.com/office/powerpoint/2010/main" val="2623178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0049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4850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140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384048" y="1590395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384048" y="1323370"/>
            <a:ext cx="11420856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gray">
          <a:xfrm>
            <a:off x="384048" y="474575"/>
            <a:ext cx="11420856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/>
            </a:lvl1pPr>
          </a:lstStyle>
          <a:p>
            <a:r>
              <a:rPr lang="en-CA"/>
              <a:t>Click to edit Master title style</a:t>
            </a:r>
            <a:br>
              <a:rPr lang="en-CA"/>
            </a:br>
            <a:endParaRPr lang="en-CA"/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07FBFE66-0229-81D3-DEA7-A5D6BC24A4F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0B08A77-C8F9-D70A-A072-D3ED836CF0A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463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7251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EB71C6E1-DE5D-7A0F-63A1-33C47957C43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869EB9E-E8D7-915A-FAA4-6FB69BAE7D16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81998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9350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F1A3042-0217-F9CF-F5A5-A65BDF92251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6C1B020-44DE-6693-0D74-237F8F4102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150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342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F0955D6-D05B-7664-303A-D5A9940E27F5}"/>
              </a:ext>
            </a:extLst>
          </p:cNvPr>
          <p:cNvSpPr>
            <a:spLocks/>
          </p:cNvSpPr>
          <p:nvPr userDrawn="1"/>
        </p:nvSpPr>
        <p:spPr>
          <a:xfrm>
            <a:off x="-6628" y="-1"/>
            <a:ext cx="12198627" cy="6210301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2711194"/>
            <a:ext cx="11426952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16D4646D-BA34-98E0-F9F9-093863FFBBE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1079BF3-6963-A282-86D6-96139A51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 rtl="0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D06A922-CECD-E279-7930-6D1DFBF959F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6178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233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CA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FDEF8BC5-6191-1F35-7C7B-6D5416C172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A8991E8-2D24-AAF4-9655-7C15CED50A2B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62086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6546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01C9D920-E27C-991F-5BF9-F69F2FEB62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9752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438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903A619D-61BB-3412-4045-F5E27F0D5E1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5670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16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EA76B8C4-DFB3-C0B8-ABA8-9D0E25A7AE5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4436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3590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709F06F-F39B-DBB5-035E-B5050056377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5847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141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4941C7D-7712-A57F-3467-7208697E35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25616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5093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2F33DBBD-D018-E13A-1BB4-24E6363740ED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878141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E0C43123-19A3-8B65-9B81-0473D548C3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76768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4750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C82B4365-42A1-0C83-A7D6-A5881F3F646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7830312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253AFE7D-2F46-BC91-11DC-37C515A1D18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99648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1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AA632E3D-E3B6-5296-664F-9B5620B4DDD1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316199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3553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F36762-9C23-6452-C20C-1DC4C5CE329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436473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2" name="Slide Number">
            <a:extLst>
              <a:ext uri="{FF2B5EF4-FFF2-40B4-BE49-F238E27FC236}">
                <a16:creationId xmlns:a16="http://schemas.microsoft.com/office/drawing/2014/main" id="{2984F8DB-A255-1CC2-D6FF-60E0EB2C9F37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74600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101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3601F5-5F44-52AC-F768-AA5D6FC20CD0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341376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F606D18-7C17-279C-E859-6955303D02B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18357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1793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666935"/>
            <a:ext cx="11420856" cy="384721"/>
          </a:xfrm>
        </p:spPr>
        <p:txBody>
          <a:bodyPr vert="horz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384048" y="149705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15DEFA-E174-36C7-A79A-4D8CDA98F8F5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2217D473-9605-5466-92BB-EC2EAB18D79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CA7084-3635-AC2B-A202-189AD36903BF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CA823A-DDBF-6B2A-B2C2-90847A3911BE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">
            <a:extLst>
              <a:ext uri="{FF2B5EF4-FFF2-40B4-BE49-F238E27FC236}">
                <a16:creationId xmlns:a16="http://schemas.microsoft.com/office/drawing/2014/main" id="{80ED6C01-14DF-B809-6CDD-8AADF741EDD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F71626-6519-CC8A-030C-BDBA8219FDC7}"/>
              </a:ext>
            </a:extLst>
          </p:cNvPr>
          <p:cNvCxnSpPr>
            <a:cxnSpLocks/>
          </p:cNvCxnSpPr>
          <p:nvPr userDrawn="1"/>
        </p:nvCxnSpPr>
        <p:spPr>
          <a:xfrm>
            <a:off x="384048" y="1471012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597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5366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438ED75-4ED6-626D-0A85-643507C0AB88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0400E1-CF9C-5CB0-A8CB-B5A5F5113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 rtl="0">
              <a:tabLst>
                <a:tab pos="1338263" algn="r"/>
              </a:tabLst>
              <a:defRPr sz="900">
                <a:solidFill>
                  <a:schemeClr val="tx1"/>
                </a:solidFill>
              </a:defRPr>
            </a:lvl1pPr>
          </a:lstStyle>
          <a:p>
            <a:pPr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</a:rPr>
              <a:pPr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620CB9B9-4617-C642-819E-6EBB8BF7D77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08DD5-9CE5-9BBB-6D37-DC8022108524}"/>
              </a:ext>
            </a:extLst>
          </p:cNvPr>
          <p:cNvPicPr>
            <a:picLocks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04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4814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3D52D-FC6C-C10E-68DA-02C9EC9BFB9C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964515" y="3003214"/>
            <a:ext cx="2262971" cy="8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00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799490EA-2102-4C89-863D-10A7A47B8107}" type="datetime1">
              <a:rPr lang="en-US" smtClean="0"/>
              <a:t>8/10/2026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412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1FF3DF2-E35D-4C4D-80DF-954FD10E999E}" type="datetime1">
              <a:rPr lang="en-US" smtClean="0"/>
              <a:t>8/10/2026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05922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AC830EDD-E25E-4688-8B29-7C93A56EF674}" type="datetime1">
              <a:rPr lang="en-US" smtClean="0"/>
              <a:t>8/10/2026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0190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DFF5FEA-9A85-43E6-8C59-BAAE89ED3061}" type="datetime1">
              <a:rPr lang="en-US" smtClean="0"/>
              <a:t>8/10/2026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1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DFC179E5-4269-44D4-A984-C57F7029D15D}" type="datetime1">
              <a:rPr lang="en-US" smtClean="0"/>
              <a:t>8/10/2026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008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99AEB2EC-B98E-4DA9-999E-94A62D6D17F4}" type="datetime1">
              <a:rPr lang="en-US" smtClean="0"/>
              <a:t>8/10/2026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00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42621F5-A24C-4F03-A48E-31E768572852}" type="datetime1">
              <a:rPr lang="en-US" smtClean="0"/>
              <a:t>8/10/2026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5184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B01D7BC3-961C-46B9-A6DE-2A4B9BFDFACA}" type="datetime1">
              <a:rPr lang="en-US" smtClean="0"/>
              <a:t>8/10/2026</a:t>
            </a:fld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448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61674021-7670-40BD-A0D8-5DBD86FDADC1}" type="datetime1">
              <a:rPr lang="en-US" smtClean="0"/>
              <a:t>8/10/2026</a:t>
            </a:fld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82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CF944FD7-3ED2-438A-8383-15783F3719A1}" type="datetime1">
              <a:rPr lang="en-US" smtClean="0"/>
              <a:t>8/10/2026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4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375-B998-DB2E-0658-3A60F61D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9413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454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407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3424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DBF8F42-D06F-45B9-B73A-766CE9B194F1}" type="datetime4">
              <a:rPr lang="en-US" smtClean="0"/>
              <a:t>August 10, 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620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CF9511F-66B6-4162-A656-B18DA862C9E7}" type="datetime4">
              <a:rPr lang="en-US" smtClean="0"/>
              <a:t>August 10, 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05373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70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2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674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61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2250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240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48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3.emf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ags" Target="../tags/tag14.xml"/><Relationship Id="rId39" Type="http://schemas.openxmlformats.org/officeDocument/2006/relationships/tags" Target="../tags/tag27.xml"/><Relationship Id="rId21" Type="http://schemas.openxmlformats.org/officeDocument/2006/relationships/theme" Target="../theme/theme3.xml"/><Relationship Id="rId34" Type="http://schemas.openxmlformats.org/officeDocument/2006/relationships/tags" Target="../tags/tag22.xml"/><Relationship Id="rId42" Type="http://schemas.openxmlformats.org/officeDocument/2006/relationships/oleObject" Target="../embeddings/oleObject5.bin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ags" Target="../tags/tag17.xml"/><Relationship Id="rId41" Type="http://schemas.openxmlformats.org/officeDocument/2006/relationships/tags" Target="../tags/tag29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.xml"/><Relationship Id="rId32" Type="http://schemas.openxmlformats.org/officeDocument/2006/relationships/tags" Target="../tags/tag20.xml"/><Relationship Id="rId37" Type="http://schemas.openxmlformats.org/officeDocument/2006/relationships/tags" Target="../tags/tag25.xml"/><Relationship Id="rId40" Type="http://schemas.openxmlformats.org/officeDocument/2006/relationships/tags" Target="../tags/tag2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1.xml"/><Relationship Id="rId28" Type="http://schemas.openxmlformats.org/officeDocument/2006/relationships/tags" Target="../tags/tag16.xml"/><Relationship Id="rId36" Type="http://schemas.openxmlformats.org/officeDocument/2006/relationships/tags" Target="../tags/tag24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tags" Target="../tags/tag19.xml"/><Relationship Id="rId44" Type="http://schemas.openxmlformats.org/officeDocument/2006/relationships/image" Target="../media/image3.emf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0.xml"/><Relationship Id="rId27" Type="http://schemas.openxmlformats.org/officeDocument/2006/relationships/tags" Target="../tags/tag15.xml"/><Relationship Id="rId30" Type="http://schemas.openxmlformats.org/officeDocument/2006/relationships/tags" Target="../tags/tag18.xml"/><Relationship Id="rId35" Type="http://schemas.openxmlformats.org/officeDocument/2006/relationships/tags" Target="../tags/tag23.xml"/><Relationship Id="rId43" Type="http://schemas.openxmlformats.org/officeDocument/2006/relationships/image" Target="../media/image4.emf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3.xml"/><Relationship Id="rId33" Type="http://schemas.openxmlformats.org/officeDocument/2006/relationships/tags" Target="../tags/tag21.xml"/><Relationship Id="rId38" Type="http://schemas.openxmlformats.org/officeDocument/2006/relationships/tags" Target="../tags/tag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36.xml"/><Relationship Id="rId16" Type="http://schemas.openxmlformats.org/officeDocument/2006/relationships/tags" Target="../tags/tag148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emf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oleObject" Target="../embeddings/oleObject23.bin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ags" Target="../tags/tag153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ags" Target="../tags/tag152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emf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EF8F37F-E738-4C14-B7B6-CAB9C13BEEEC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0543D-5895-4F15-9AD6-423DC79B212B}"/>
              </a:ext>
            </a:extLst>
          </p:cNvPr>
          <p:cNvSpPr txBox="1"/>
          <p:nvPr userDrawn="1"/>
        </p:nvSpPr>
        <p:spPr>
          <a:xfrm>
            <a:off x="9836099" y="6565113"/>
            <a:ext cx="39573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>
              <a:solidFill>
                <a:schemeClr val="bg1"/>
              </a:solidFill>
              <a:latin typeface="+mn-lt"/>
              <a:sym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FF8F2A-9422-420C-B50E-588E96C8CB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24714" y="6359353"/>
            <a:ext cx="955115" cy="308551"/>
            <a:chOff x="2703513" y="2332038"/>
            <a:chExt cx="6784975" cy="2190751"/>
          </a:xfrm>
        </p:grpSpPr>
        <p:sp>
          <p:nvSpPr>
            <p:cNvPr id="20" name="Freeform 115">
              <a:extLst>
                <a:ext uri="{FF2B5EF4-FFF2-40B4-BE49-F238E27FC236}">
                  <a16:creationId xmlns:a16="http://schemas.microsoft.com/office/drawing/2014/main" id="{5C20A05E-7CB6-4514-8190-653E999CC8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 116">
              <a:extLst>
                <a:ext uri="{FF2B5EF4-FFF2-40B4-BE49-F238E27FC236}">
                  <a16:creationId xmlns:a16="http://schemas.microsoft.com/office/drawing/2014/main" id="{2906F4E8-7C8C-492D-AE92-6123472DE4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 117">
              <a:extLst>
                <a:ext uri="{FF2B5EF4-FFF2-40B4-BE49-F238E27FC236}">
                  <a16:creationId xmlns:a16="http://schemas.microsoft.com/office/drawing/2014/main" id="{175B30B7-5A53-4168-BFBE-6E4E12C175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 118">
              <a:extLst>
                <a:ext uri="{FF2B5EF4-FFF2-40B4-BE49-F238E27FC236}">
                  <a16:creationId xmlns:a16="http://schemas.microsoft.com/office/drawing/2014/main" id="{135215D0-9FE7-4759-B4E4-4F1CF36CD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 119">
              <a:extLst>
                <a:ext uri="{FF2B5EF4-FFF2-40B4-BE49-F238E27FC236}">
                  <a16:creationId xmlns:a16="http://schemas.microsoft.com/office/drawing/2014/main" id="{3901A9A3-4170-4947-A531-DCC49C48A6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 120">
              <a:extLst>
                <a:ext uri="{FF2B5EF4-FFF2-40B4-BE49-F238E27FC236}">
                  <a16:creationId xmlns:a16="http://schemas.microsoft.com/office/drawing/2014/main" id="{392675B7-2FAB-4097-BCB9-AE9398EE66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 121">
              <a:extLst>
                <a:ext uri="{FF2B5EF4-FFF2-40B4-BE49-F238E27FC236}">
                  <a16:creationId xmlns:a16="http://schemas.microsoft.com/office/drawing/2014/main" id="{12E2F172-F143-4692-B4D7-15077F32B9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 122">
              <a:extLst>
                <a:ext uri="{FF2B5EF4-FFF2-40B4-BE49-F238E27FC236}">
                  <a16:creationId xmlns:a16="http://schemas.microsoft.com/office/drawing/2014/main" id="{9C1166C9-6345-4EA6-96F2-A65CC2476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 123">
              <a:extLst>
                <a:ext uri="{FF2B5EF4-FFF2-40B4-BE49-F238E27FC236}">
                  <a16:creationId xmlns:a16="http://schemas.microsoft.com/office/drawing/2014/main" id="{F6D0CFF4-3F25-4B8F-ADCB-12637DACA3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 124">
              <a:extLst>
                <a:ext uri="{FF2B5EF4-FFF2-40B4-BE49-F238E27FC236}">
                  <a16:creationId xmlns:a16="http://schemas.microsoft.com/office/drawing/2014/main" id="{9932F642-1E35-48EC-B6C4-B38B0CA08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 125">
              <a:extLst>
                <a:ext uri="{FF2B5EF4-FFF2-40B4-BE49-F238E27FC236}">
                  <a16:creationId xmlns:a16="http://schemas.microsoft.com/office/drawing/2014/main" id="{D5D95FF1-6143-4F5E-A9CE-4E0A960335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27149"/>
            <a:ext cx="10972800" cy="9811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OuterGrid" hidden="1">
            <a:extLst>
              <a:ext uri="{FF2B5EF4-FFF2-40B4-BE49-F238E27FC236}">
                <a16:creationId xmlns:a16="http://schemas.microsoft.com/office/drawing/2014/main" id="{497C0834-4F27-4726-9D1B-7289BEDDACB5}"/>
              </a:ext>
            </a:extLst>
          </p:cNvPr>
          <p:cNvSpPr/>
          <p:nvPr userDrawn="1"/>
        </p:nvSpPr>
        <p:spPr>
          <a:xfrm>
            <a:off x="609918" y="1327149"/>
            <a:ext cx="10980000" cy="4797425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2199" b="0" kern="1200">
          <a:solidFill>
            <a:schemeClr val="bg1"/>
          </a:solidFill>
          <a:latin typeface="+mn-lt"/>
          <a:ea typeface="+mj-ea"/>
          <a:cs typeface="Arial" pitchFamily="34" charset="0"/>
          <a:sym typeface="Arial" panose="020B0604020202020204" pitchFamily="34" charset="0"/>
        </a:defRPr>
      </a:lvl1pPr>
    </p:titleStyle>
    <p:bodyStyle>
      <a:lvl1pPr marL="171364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1pPr>
      <a:lvl2pPr marL="342729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2pPr>
      <a:lvl3pPr marL="514093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3pPr>
      <a:lvl4pPr marL="685457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4pPr>
      <a:lvl5pPr marL="856821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294" userDrawn="1">
          <p15:clr>
            <a:srgbClr val="F26B43"/>
          </p15:clr>
        </p15:guide>
        <p15:guide id="3" orient="horz" pos="711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A504A55-94A1-4BE0-8451-269B82009E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92" imgH="591" progId="TCLayout.ActiveDocument.1">
                  <p:embed/>
                </p:oleObj>
              </mc:Choice>
              <mc:Fallback>
                <p:oleObj name="think-cell Slide" r:id="rId16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A504A55-94A1-4BE0-8451-269B82009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endParaRPr lang="en-CA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58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89" r:id="rId3"/>
    <p:sldLayoutId id="2147483688" r:id="rId4"/>
    <p:sldLayoutId id="2147483679" r:id="rId5"/>
    <p:sldLayoutId id="2147483680" r:id="rId6"/>
    <p:sldLayoutId id="2147483685" r:id="rId7"/>
    <p:sldLayoutId id="2147483681" r:id="rId8"/>
    <p:sldLayoutId id="2147483686" r:id="rId9"/>
    <p:sldLayoutId id="2147483675" r:id="rId10"/>
    <p:sldLayoutId id="2147483749" r:id="rId11"/>
    <p:sldLayoutId id="2147483751" r:id="rId12"/>
    <p:sldLayoutId id="2147483980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7436" userDrawn="1">
          <p15:clr>
            <a:srgbClr val="F26B43"/>
          </p15:clr>
        </p15:guide>
        <p15:guide id="4" pos="239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  <p15:guide id="8" orient="horz" pos="2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144049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413" imgH="416" progId="TCLayout.ActiveDocument.1">
                  <p:embed/>
                </p:oleObj>
              </mc:Choice>
              <mc:Fallback>
                <p:oleObj name="think-cell Slide" r:id="rId4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CA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811162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380838" y="1863436"/>
              <a:ext cx="11424066" cy="4354484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2331408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1860735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384048" y="624643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CA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987738" y="2343981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Above Chart Exhibit Title</a:t>
            </a:r>
          </a:p>
          <a:p>
            <a:pPr lvl="0" rtl="0"/>
            <a:r>
              <a:rPr lang="en-CA" sz="1400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2343981"/>
            <a:ext cx="36333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EA234921-0C7A-7D08-2D6F-C793BBB3EDC2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F75F3A66-2505-BB0B-5E30-2B59AE049ED6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358C4D19-7BE3-3BB3-FAD4-14D48A59F3BE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CAF3D808-9D98-97DF-72B8-70170E035662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6B04EFE2-63A6-8945-2A2C-3B84D8751A5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F77F9B09-5D2D-E0CF-5772-62A775EDD0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54DCC080-16CC-BF91-3814-CBA16AB6AA0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378D6C5F-D742-4C0D-3E03-C353B7610612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9A689FE4-E33C-643C-C145-86DF2E5B6FE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5F644834-E1B1-AE9E-8F4B-2D0E93160992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23E1154-0A6D-CFBB-2E14-254C48F0D565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B18A95FD-16A0-0AF4-4314-984414461C4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EE5062ED-1CAC-5382-7D75-A509E4F6C6D1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2CD292D8-4EE9-4E74-66B8-B57BB644EF4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6A837824-A229-0AE9-C2F1-F129DEDBCF5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1DCD6E9F-E4E4-7A3A-E645-A5AAF091AEA3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2A455BD7-0F98-4835-5551-1B24D1D3A3C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AC01A08-735B-B412-0D8B-1E8FE89804A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DBCA3E94-27FB-7562-2516-A9B173E7BCE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809F2A49-65C1-70B5-2E0F-C216B814CC60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98B2262E-13B1-D6AE-799C-57E70C6CE2F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11EF0689-14D5-C947-D20F-902187B731F3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872312CF-2656-C97E-F68A-7A5417E31A9B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D33BCD27-4276-8DE7-7261-5AF0D0B17EE7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545582FC-7260-B44E-1D5F-1F332AD8853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D602E704-4E36-B920-77CB-86B935B091F9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9C39D64-626C-1995-4391-4707C2E178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61B92162-A048-104E-E85E-982ADCE006F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6E842153-17C2-61F2-E50A-0472058DD745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267CB977-1EF6-2EA7-3481-994A8EB53732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9D4DF832-46B2-57E4-74B1-48BA66ADEA2C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83E814A8-4C87-E3C3-F5CD-53EC45671161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D7DBA70F-2356-A4A0-1268-E501CA01640D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86A09846-5875-D2B9-DA7D-0948E150BA0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75A08BBB-1344-2912-CDB5-6BBE444F2543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E8C3C11F-972E-CF28-2C6F-F81EA9DCF40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E3172B7-0D53-82DE-307C-E89379E98741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41ABD00E-621E-20EB-B096-EEB961BA5998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CDD75596-96D4-FA21-EE9A-09A142460E5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4E1107AE-C36E-907E-E193-9F4301EF1A03}"/>
              </a:ext>
            </a:extLst>
          </p:cNvPr>
          <p:cNvPicPr>
            <a:picLocks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2F71B01-9AA7-FC6A-2303-1A5F02B23CAB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5B7294-5F30-B529-F78D-A31AE58EE942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8342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ticker" hidden="1">
            <a:extLst>
              <a:ext uri="{FF2B5EF4-FFF2-40B4-BE49-F238E27FC236}">
                <a16:creationId xmlns:a16="http://schemas.microsoft.com/office/drawing/2014/main" id="{32BF8EA6-734C-5DC0-0A46-DE2ED733409F}"/>
              </a:ext>
            </a:extLst>
          </p:cNvPr>
          <p:cNvSpPr txBox="1"/>
          <p:nvPr userDrawn="1"/>
        </p:nvSpPr>
        <p:spPr>
          <a:xfrm>
            <a:off x="384048" y="1419436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n-CA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01463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  <p:sldLayoutId id="2147484039" r:id="rId15"/>
    <p:sldLayoutId id="2147484040" r:id="rId16"/>
    <p:sldLayoutId id="2147484041" r:id="rId17"/>
    <p:sldLayoutId id="2147484042" r:id="rId18"/>
    <p:sldLayoutId id="2147484043" r:id="rId19"/>
    <p:sldLayoutId id="2147484044" r:id="rId20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66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169">
          <p15:clr>
            <a:srgbClr val="F26B43"/>
          </p15:clr>
        </p15:guide>
        <p15:guide id="5" pos="7440">
          <p15:clr>
            <a:srgbClr val="F26B43"/>
          </p15:clr>
        </p15:guide>
        <p15:guide id="6" pos="240">
          <p15:clr>
            <a:srgbClr val="F26B43"/>
          </p15:clr>
        </p15:guide>
        <p15:guide id="8" orient="horz" pos="40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E9A8BC-9B8C-5A84-FE94-A5D748D4FF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5824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E9A8BC-9B8C-5A84-FE94-A5D748D4F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fld id="{B9EBF019-A5C2-491B-AAE2-7B2CD41A4D97}" type="datetime1">
              <a:rPr lang="en-US" smtClean="0"/>
              <a:t>8/10/2026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6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7" r:id="rId11"/>
    <p:sldLayoutId id="2147484058" r:id="rId12"/>
    <p:sldLayoutId id="2147484059" r:id="rId13"/>
    <p:sldLayoutId id="2147484070" r:id="rId1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9EAE993-7DEC-4775-BC26-26BFCFA95E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337390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2" imgH="591" progId="TCLayout.ActiveDocument.1">
                  <p:embed/>
                </p:oleObj>
              </mc:Choice>
              <mc:Fallback>
                <p:oleObj name="think-cell Slide" r:id="rId13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9EAE993-7DEC-4775-BC26-26BFCFA95E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0C1337B-6310-4C7E-950D-F4485A25CFA2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21B266CD-9F45-4261-9AAC-F9C9D3217C9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317151BC-72F8-45C7-80BF-84FFC8E5EEC0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16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9.png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AC068-883D-133A-7ED9-92DF0F0B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5"/>
            <a:ext cx="11420856" cy="1354217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cs typeface="Arial"/>
              </a:rPr>
              <a:t>Infrastructure &amp; Operations:</a:t>
            </a:r>
            <a:br>
              <a:rPr lang="en-US" b="1" dirty="0">
                <a:solidFill>
                  <a:srgbClr val="000000"/>
                </a:solidFill>
                <a:cs typeface="Arial"/>
              </a:rPr>
            </a:br>
            <a:r>
              <a:rPr lang="en-US" b="1" dirty="0">
                <a:solidFill>
                  <a:srgbClr val="000000"/>
                </a:solidFill>
                <a:cs typeface="Arial"/>
              </a:rPr>
              <a:t>Enterprise Database Services Roadmap</a:t>
            </a:r>
            <a:endParaRPr lang="en-US" b="1" dirty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A7AA2-262B-AC7E-FF62-780DEC2E8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044" y="1082457"/>
            <a:ext cx="465734" cy="213820"/>
          </a:xfrm>
        </p:spPr>
        <p:txBody>
          <a:bodyPr/>
          <a:lstStyle/>
          <a:p>
            <a:r>
              <a:rPr lang="en-US" sz="1400" b="1" dirty="0">
                <a:cs typeface="Arial"/>
              </a:rPr>
              <a:t>2027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82135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3E9C-0CFF-D3F8-061B-3E7A2618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9028-BBD3-EF40-AE47-C394160B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Advancing Enterprise Database Maturity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75ABA-FFD5-B126-93AC-69F9A50D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123D1-EB98-B79E-3080-27D46691E2C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01D7BC3-961C-46B9-A6DE-2A4B9BFDFACA}" type="datetime1">
              <a:rPr lang="en-US" smtClean="0"/>
              <a:t>8/10/2026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6458D-5923-7F18-40B2-339A1FB287D8}"/>
              </a:ext>
            </a:extLst>
          </p:cNvPr>
          <p:cNvSpPr txBox="1"/>
          <p:nvPr/>
        </p:nvSpPr>
        <p:spPr>
          <a:xfrm>
            <a:off x="387008" y="1266572"/>
            <a:ext cx="11352745" cy="537219"/>
          </a:xfrm>
          <a:prstGeom prst="rect">
            <a:avLst/>
          </a:prstGeom>
          <a:noFill/>
        </p:spPr>
        <p:txBody>
          <a:bodyPr wrap="square" lIns="0" tIns="0" rIns="0" bIns="0" numCol="1" spcCol="22860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CA" sz="1200" b="1" dirty="0">
                <a:solidFill>
                  <a:srgbClr val="000000"/>
                </a:solidFill>
              </a:rPr>
              <a:t>Vision Statement : </a:t>
            </a:r>
            <a:r>
              <a:rPr lang="en-CA" sz="1200" dirty="0">
                <a:solidFill>
                  <a:srgbClr val="000000"/>
                </a:solidFill>
              </a:rPr>
              <a:t>Advance a modern, resilient, and secure database enterprise that enables scalable growth, strengthens regulatory compliance, and accelerates innovation across the organization. Through strategic adoption of cloud-native and vendor-supported technologies, we will simplify operations, enhance service reliability, and unlock AI-enabled data capabilities that drive business value. </a:t>
            </a:r>
            <a:endParaRPr lang="en-US" sz="1400" dirty="0"/>
          </a:p>
        </p:txBody>
      </p:sp>
      <p:pic>
        <p:nvPicPr>
          <p:cNvPr id="1026" name="Picture 2" descr="A logo with a smile&#10;&#10;Description automatically generated">
            <a:extLst>
              <a:ext uri="{FF2B5EF4-FFF2-40B4-BE49-F238E27FC236}">
                <a16:creationId xmlns:a16="http://schemas.microsoft.com/office/drawing/2014/main" id="{1784D4D1-F9D2-CBAB-221E-7B0552CB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342" y="5564703"/>
            <a:ext cx="968411" cy="58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A blue triangle logo with a black background&#10;&#10;Description automatically generated">
            <a:extLst>
              <a:ext uri="{FF2B5EF4-FFF2-40B4-BE49-F238E27FC236}">
                <a16:creationId xmlns:a16="http://schemas.microsoft.com/office/drawing/2014/main" id="{E6D13945-DC54-7502-8A8B-6AD9773D7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57" y="5565820"/>
            <a:ext cx="968410" cy="50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74BDA852-0934-D8CA-1F87-02144EE27619}"/>
              </a:ext>
            </a:extLst>
          </p:cNvPr>
          <p:cNvSpPr txBox="1"/>
          <p:nvPr/>
        </p:nvSpPr>
        <p:spPr>
          <a:xfrm>
            <a:off x="296489" y="5915237"/>
            <a:ext cx="927293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 i="1" dirty="0">
                <a:solidFill>
                  <a:srgbClr val="000000"/>
                </a:solidFill>
              </a:rPr>
              <a:t>“</a:t>
            </a:r>
            <a:r>
              <a:rPr lang="en-CA" sz="1200" b="1" i="1" dirty="0">
                <a:solidFill>
                  <a:srgbClr val="000000"/>
                </a:solidFill>
              </a:rPr>
              <a:t>Delivering Secure, Intelligent, and Resilient Data Platforms for the Future of Financial Services</a:t>
            </a:r>
            <a:r>
              <a:rPr lang="en-US" sz="1200" b="1" i="1" dirty="0">
                <a:solidFill>
                  <a:srgbClr val="000000"/>
                </a:solidFill>
              </a:rPr>
              <a:t>”</a:t>
            </a:r>
            <a:endParaRPr lang="en-US" sz="1200" b="1" i="1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600" name="Oval 1599">
            <a:extLst>
              <a:ext uri="{FF2B5EF4-FFF2-40B4-BE49-F238E27FC236}">
                <a16:creationId xmlns:a16="http://schemas.microsoft.com/office/drawing/2014/main" id="{8D5E2EA6-9F8F-9801-96FD-4A6BF208CE89}"/>
              </a:ext>
            </a:extLst>
          </p:cNvPr>
          <p:cNvSpPr/>
          <p:nvPr/>
        </p:nvSpPr>
        <p:spPr>
          <a:xfrm>
            <a:off x="2409701" y="2270366"/>
            <a:ext cx="2369560" cy="237191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688069A-DBF1-FCE3-566E-0D68BFF49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547172"/>
              </p:ext>
            </p:extLst>
          </p:nvPr>
        </p:nvGraphicFramePr>
        <p:xfrm>
          <a:off x="1763594" y="1867567"/>
          <a:ext cx="3618379" cy="2812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77" name="TextBox 1576">
            <a:extLst>
              <a:ext uri="{FF2B5EF4-FFF2-40B4-BE49-F238E27FC236}">
                <a16:creationId xmlns:a16="http://schemas.microsoft.com/office/drawing/2014/main" id="{585303E3-457F-A883-96E2-DB8BE91EF566}"/>
              </a:ext>
            </a:extLst>
          </p:cNvPr>
          <p:cNvSpPr txBox="1"/>
          <p:nvPr/>
        </p:nvSpPr>
        <p:spPr>
          <a:xfrm>
            <a:off x="2701785" y="3039345"/>
            <a:ext cx="1717815" cy="8669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2286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600" b="1" dirty="0">
                <a:solidFill>
                  <a:srgbClr val="000000"/>
                </a:solidFill>
                <a:cs typeface="Arial"/>
              </a:rPr>
              <a:t>Enterprise </a:t>
            </a:r>
            <a:endParaRPr lang="en-US" sz="1600" dirty="0">
              <a:solidFill>
                <a:srgbClr val="000000"/>
              </a:solidFill>
              <a:cs typeface="Arial" panose="020B0604020202020204"/>
            </a:endParaRPr>
          </a:p>
          <a:p>
            <a:pPr algn="ctr">
              <a:spcAft>
                <a:spcPts val="500"/>
              </a:spcAft>
            </a:pPr>
            <a:r>
              <a:rPr lang="en-US" sz="1600" b="1" dirty="0">
                <a:solidFill>
                  <a:srgbClr val="000000"/>
                </a:solidFill>
                <a:cs typeface="Arial"/>
              </a:rPr>
              <a:t>Database Value </a:t>
            </a:r>
            <a:endParaRPr lang="en-US" sz="1600" dirty="0">
              <a:solidFill>
                <a:srgbClr val="000000"/>
              </a:solidFill>
              <a:cs typeface="Arial"/>
            </a:endParaRPr>
          </a:p>
          <a:p>
            <a:pPr algn="ctr">
              <a:spcAft>
                <a:spcPts val="500"/>
              </a:spcAft>
            </a:pPr>
            <a:r>
              <a:rPr lang="en-US" sz="1600" b="1" dirty="0">
                <a:solidFill>
                  <a:srgbClr val="000000"/>
                </a:solidFill>
                <a:cs typeface="Arial"/>
              </a:rPr>
              <a:t>Pillars</a:t>
            </a:r>
            <a:endParaRPr lang="en-US" sz="16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916" name="Arrow: Down 1915">
            <a:extLst>
              <a:ext uri="{FF2B5EF4-FFF2-40B4-BE49-F238E27FC236}">
                <a16:creationId xmlns:a16="http://schemas.microsoft.com/office/drawing/2014/main" id="{219BA650-3258-9813-CABB-64A89EF195BA}"/>
              </a:ext>
            </a:extLst>
          </p:cNvPr>
          <p:cNvSpPr/>
          <p:nvPr/>
        </p:nvSpPr>
        <p:spPr>
          <a:xfrm rot="10800000">
            <a:off x="6864479" y="3641189"/>
            <a:ext cx="142763" cy="190341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17" name="Arrow: Down 1916">
            <a:extLst>
              <a:ext uri="{FF2B5EF4-FFF2-40B4-BE49-F238E27FC236}">
                <a16:creationId xmlns:a16="http://schemas.microsoft.com/office/drawing/2014/main" id="{EE4FDF1D-A663-1126-380F-A5E63DC1990F}"/>
              </a:ext>
            </a:extLst>
          </p:cNvPr>
          <p:cNvSpPr/>
          <p:nvPr/>
        </p:nvSpPr>
        <p:spPr>
          <a:xfrm rot="10800000">
            <a:off x="6864479" y="4027791"/>
            <a:ext cx="142763" cy="190341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F124FBD-9B82-B773-5418-0D2DFC954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481422"/>
              </p:ext>
            </p:extLst>
          </p:nvPr>
        </p:nvGraphicFramePr>
        <p:xfrm>
          <a:off x="6812280" y="2836926"/>
          <a:ext cx="2254447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447">
                  <a:extLst>
                    <a:ext uri="{9D8B030D-6E8A-4147-A177-3AD203B41FA5}">
                      <a16:colId xmlns:a16="http://schemas.microsoft.com/office/drawing/2014/main" val="272314473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sz="1000" b="0"/>
                        <a:t>Business Outcomes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16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    Accelerate Time-to-Market</a:t>
                      </a:r>
                      <a:endParaRPr lang="en-US" sz="100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71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    Increase Service Resilience</a:t>
                      </a:r>
                      <a:endParaRPr lang="en-US" sz="100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3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    Strengthen Security Posture</a:t>
                      </a:r>
                      <a:endParaRPr lang="en-US" sz="100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13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0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   Modernized Features like AI</a:t>
                      </a:r>
                      <a:endParaRPr lang="en-US" sz="1000" b="1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536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1000" b="1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   Reduce Operational Effort</a:t>
                      </a:r>
                      <a:endParaRPr lang="en-US" sz="1000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"/>
                  </a:ext>
                </a:extLst>
              </a:tr>
            </a:tbl>
          </a:graphicData>
        </a:graphic>
      </p:graphicFrame>
      <p:sp>
        <p:nvSpPr>
          <p:cNvPr id="1836" name="Arrow: Down 1835">
            <a:extLst>
              <a:ext uri="{FF2B5EF4-FFF2-40B4-BE49-F238E27FC236}">
                <a16:creationId xmlns:a16="http://schemas.microsoft.com/office/drawing/2014/main" id="{C280C214-DED9-B2F0-D2A1-ECAF7A876356}"/>
              </a:ext>
            </a:extLst>
          </p:cNvPr>
          <p:cNvSpPr/>
          <p:nvPr/>
        </p:nvSpPr>
        <p:spPr>
          <a:xfrm rot="10800000">
            <a:off x="6864479" y="3279238"/>
            <a:ext cx="142763" cy="190341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37" name="Arrow: Down 1836">
            <a:extLst>
              <a:ext uri="{FF2B5EF4-FFF2-40B4-BE49-F238E27FC236}">
                <a16:creationId xmlns:a16="http://schemas.microsoft.com/office/drawing/2014/main" id="{92D78F95-A285-4EA2-FC48-BDC5A57B278D}"/>
              </a:ext>
            </a:extLst>
          </p:cNvPr>
          <p:cNvSpPr/>
          <p:nvPr/>
        </p:nvSpPr>
        <p:spPr>
          <a:xfrm rot="10800000">
            <a:off x="6864479" y="4389741"/>
            <a:ext cx="142763" cy="190341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38" name="Arrow: Down 1837">
            <a:extLst>
              <a:ext uri="{FF2B5EF4-FFF2-40B4-BE49-F238E27FC236}">
                <a16:creationId xmlns:a16="http://schemas.microsoft.com/office/drawing/2014/main" id="{7BEE46A6-F092-D57C-1A9F-CA91DED33C5A}"/>
              </a:ext>
            </a:extLst>
          </p:cNvPr>
          <p:cNvSpPr/>
          <p:nvPr/>
        </p:nvSpPr>
        <p:spPr>
          <a:xfrm>
            <a:off x="6864479" y="4761216"/>
            <a:ext cx="142763" cy="190341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984337-7A60-9D80-3D27-1D26226EB1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6117" y="4854693"/>
            <a:ext cx="1465675" cy="8253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3A964B-3928-48A5-D6F0-FC6BEC9FF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6754" y="5130325"/>
            <a:ext cx="2972058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1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9656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T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WUVlBBH2l3k9hxXzMmW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H8FluR_n9Smw5TXsjfNQ"/>
</p:tagLst>
</file>

<file path=ppt/theme/theme1.xml><?xml version="1.0" encoding="utf-8"?>
<a:theme xmlns:a="http://schemas.openxmlformats.org/drawingml/2006/main" name="EY-P Widescreen Template 2022">
  <a:themeElements>
    <a:clrScheme name="EYP2020_PP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noFill/>
        </a:ln>
      </a:spPr>
      <a:bodyPr lIns="72000" tIns="72000" rIns="72000" bIns="72000" rtlCol="0" anchor="ctr" anchorCtr="0"/>
      <a:lstStyle>
        <a:defPPr algn="l">
          <a:defRPr sz="12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171450" indent="-171450" algn="l">
          <a:lnSpc>
            <a:spcPct val="85000"/>
          </a:lnSpc>
          <a:spcAft>
            <a:spcPts val="600"/>
          </a:spcAft>
          <a:buSzPct val="110000"/>
          <a:buFont typeface="EYInterstate Light" panose="02000506000000020004" pitchFamily="2" charset="0"/>
          <a:buChar char="•"/>
          <a:defRPr sz="1100" dirty="0">
            <a:solidFill>
              <a:schemeClr val="bg1"/>
            </a:solidFill>
          </a:defRPr>
        </a:defPPr>
      </a:lstStyle>
    </a:txDef>
  </a:objectDefaults>
  <a:extraClrSchemeLst/>
  <a:custClrLst>
    <a:custClr name="Teal">
      <a:srgbClr val="27ACAA"/>
    </a:custClr>
    <a:custClr name="Green">
      <a:srgbClr val="2DB757"/>
    </a:custClr>
    <a:custClr name="Orange">
      <a:srgbClr val="FF6D00"/>
    </a:custClr>
    <a:custClr name="Purple">
      <a:srgbClr val="3D108A"/>
    </a:custClr>
    <a:custClr name="Maroon">
      <a:srgbClr val="750E5C"/>
    </a:custClr>
    <a:custClr name="Red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42C9C2"/>
    </a:custClr>
    <a:custClr name="Green">
      <a:srgbClr val="34C768"/>
    </a:custClr>
    <a:custClr name="Orange">
      <a:srgbClr val="FF810A"/>
    </a:custClr>
    <a:custClr name="Purple">
      <a:srgbClr val="542EA5"/>
    </a:custClr>
    <a:custClr name="Maroon">
      <a:srgbClr val="922B73"/>
    </a:custClr>
    <a:custClr name="Red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60E6E1"/>
    </a:custClr>
    <a:custClr name="Green">
      <a:srgbClr val="57E188"/>
    </a:custClr>
    <a:custClr name="Orange">
      <a:srgbClr val="FF9831"/>
    </a:custClr>
    <a:custClr name="Purple">
      <a:srgbClr val="724BC3"/>
    </a:custClr>
    <a:custClr name="Maroon">
      <a:srgbClr val="B14891"/>
    </a:custClr>
    <a:custClr name="Red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93F0E6"/>
    </a:custClr>
    <a:custClr name="Green">
      <a:srgbClr val="8CE8AD"/>
    </a:custClr>
    <a:custClr name="Orange">
      <a:srgbClr val="FFB46A"/>
    </a:custClr>
    <a:custClr name="Purple">
      <a:srgbClr val="9C82D4"/>
    </a:custClr>
    <a:custClr name="Maroon">
      <a:srgbClr val="C981B2"/>
    </a:custClr>
    <a:custClr name="Red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EY-Parthenon Template 2022.potx" id="{F61FB716-DF41-43AC-96D7-4F936D1FCDB7}" vid="{3715C607-16CB-460C-A685-A77F3281436D}"/>
    </a:ext>
  </a:extLst>
</a:theme>
</file>

<file path=ppt/theme/theme2.xml><?xml version="1.0" encoding="utf-8"?>
<a:theme xmlns:a="http://schemas.openxmlformats.org/drawingml/2006/main" name="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3.xml><?xml version="1.0" encoding="utf-8"?>
<a:theme xmlns:a="http://schemas.openxmlformats.org/drawingml/2006/main" name="White">
  <a:themeElements>
    <a:clrScheme name="Scheme1">
      <a:dk1>
        <a:srgbClr val="515349"/>
      </a:dk1>
      <a:lt1>
        <a:srgbClr val="FFFFFF"/>
      </a:lt1>
      <a:dk2>
        <a:srgbClr val="FFFFFF"/>
      </a:dk2>
      <a:lt2>
        <a:srgbClr val="FFFFFF"/>
      </a:lt2>
      <a:accent1>
        <a:srgbClr val="BA0C2F"/>
      </a:accent1>
      <a:accent2>
        <a:srgbClr val="838271"/>
      </a:accent2>
      <a:accent3>
        <a:srgbClr val="0078BD"/>
      </a:accent3>
      <a:accent4>
        <a:srgbClr val="00BDF1"/>
      </a:accent4>
      <a:accent5>
        <a:srgbClr val="862633"/>
      </a:accent5>
      <a:accent6>
        <a:srgbClr val="5F59A2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515349"/>
        </a:dk1>
        <a:lt1>
          <a:srgbClr val="FFFFFF"/>
        </a:lt1>
        <a:dk2>
          <a:srgbClr val="FFFFFF"/>
        </a:dk2>
        <a:lt2>
          <a:srgbClr val="FFFFFF"/>
        </a:lt2>
        <a:accent1>
          <a:srgbClr val="BA0C2F"/>
        </a:accent1>
        <a:accent2>
          <a:srgbClr val="838271"/>
        </a:accent2>
        <a:accent3>
          <a:srgbClr val="0078BD"/>
        </a:accent3>
        <a:accent4>
          <a:srgbClr val="00BDF1"/>
        </a:accent4>
        <a:accent5>
          <a:srgbClr val="862633"/>
        </a:accent5>
        <a:accent6>
          <a:srgbClr val="5F59A2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497D3B"/>
    </a:custClr>
    <a:custClr name="Custom Color7">
      <a:srgbClr val="E2E2DF"/>
    </a:custClr>
  </a:custClrLst>
  <a:extLst>
    <a:ext uri="{05A4C25C-085E-4340-85A3-A5531E510DB2}">
      <thm15:themeFamily xmlns:thm15="http://schemas.microsoft.com/office/thememl/2012/main" name="20240827_Termination Future State_Workshop_vF" id="{A06D6D69-020E-49A6-A12E-644DE06562A2}" vid="{3E032959-9D99-4C85-A2CB-842CCC176EC2}"/>
    </a:ext>
  </a:extLst>
</a:theme>
</file>

<file path=ppt/theme/theme4.xml><?xml version="1.0" encoding="utf-8"?>
<a:theme xmlns:a="http://schemas.openxmlformats.org/drawingml/2006/main" name="2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 Life" id="{83FECA6D-FBFC-42FC-AC3F-8C5F6EA4A3BD}" vid="{0E4B6146-B41C-4AD3-BCED-DF2BCCD9B058}"/>
    </a:ext>
  </a:extLst>
</a:theme>
</file>

<file path=ppt/theme/theme5.xml><?xml version="1.0" encoding="utf-8"?>
<a:theme xmlns:a="http://schemas.openxmlformats.org/drawingml/2006/main" name="1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6B9DB8-D533-4468-B211-F7FF947954F4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F5BF3D4589ED4EB85F1FC304733CE9" ma:contentTypeVersion="11" ma:contentTypeDescription="Create a new document." ma:contentTypeScope="" ma:versionID="9a01957f481432195f1f28f331ce03ee">
  <xsd:schema xmlns:xsd="http://www.w3.org/2001/XMLSchema" xmlns:xs="http://www.w3.org/2001/XMLSchema" xmlns:p="http://schemas.microsoft.com/office/2006/metadata/properties" xmlns:ns3="7feefdba-c6d7-42a0-b52c-223d7c6e34c3" targetNamespace="http://schemas.microsoft.com/office/2006/metadata/properties" ma:root="true" ma:fieldsID="7d04f62c4ddb97e101a3674ac00de363" ns3:_="">
    <xsd:import namespace="7feefdba-c6d7-42a0-b52c-223d7c6e34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efdba-c6d7-42a0-b52c-223d7c6e34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eefdba-c6d7-42a0-b52c-223d7c6e34c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2F2251-C8F5-4E4A-9085-C1EF4402F54C}">
  <ds:schemaRefs>
    <ds:schemaRef ds:uri="7feefdba-c6d7-42a0-b52c-223d7c6e34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22C61-147F-4056-A5E1-37F4DBB0052A}">
  <ds:schemaRefs>
    <ds:schemaRef ds:uri="7feefdba-c6d7-42a0-b52c-223d7c6e34c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1858EEC-0583-4ECA-90A4-3B690D9E91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X. CL Template</Template>
  <TotalTime>68</TotalTime>
  <Words>125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EY-P Widescreen Template 2022</vt:lpstr>
      <vt:lpstr>Office Theme</vt:lpstr>
      <vt:lpstr>White</vt:lpstr>
      <vt:lpstr>2_Office Theme</vt:lpstr>
      <vt:lpstr>1_Office Theme</vt:lpstr>
      <vt:lpstr>Infrastructure &amp; Operations: Enterprise Database Services Roadmap</vt:lpstr>
      <vt:lpstr>Advancing Enterprise Database Maturity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I3. DR Design</dc:title>
  <dc:creator>Sachin Sagar</dc:creator>
  <cp:lastModifiedBy>Loewen, Glen</cp:lastModifiedBy>
  <cp:revision>57</cp:revision>
  <cp:lastPrinted>2024-12-05T16:58:02Z</cp:lastPrinted>
  <dcterms:created xsi:type="dcterms:W3CDTF">2024-08-09T13:49:42Z</dcterms:created>
  <dcterms:modified xsi:type="dcterms:W3CDTF">2026-08-10T10:43:25Z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0x01010090F5BF3D4589ED4EB85F1FC304733CE9</vt:lpwstr>
  </property>
  <property fmtid="{D5CDD505-2E9C-101B-9397-08002B2CF9AE}" pid="3" name="MediaServiceImageTags">
    <vt:lpwstr/>
  </property>
  <property fmtid="{D5CDD505-2E9C-101B-9397-08002B2CF9AE}" pid="4" name="MSIP_Label_b07bbe84-2447-47ed-9f95-d9c34bc076ba_Name">
    <vt:lpwstr>Confidential</vt:lpwstr>
  </property>
  <property fmtid="{D5CDD505-2E9C-101B-9397-08002B2CF9AE}" pid="5" name="MSIP_Label_b07bbe84-2447-47ed-9f95-d9c34bc076ba_Enabled">
    <vt:lpwstr>true</vt:lpwstr>
  </property>
  <property fmtid="{D5CDD505-2E9C-101B-9397-08002B2CF9AE}" pid="6" name="MSIP_Label_b07bbe84-2447-47ed-9f95-d9c34bc076ba_SetDate">
    <vt:lpwstr>2024-09-27T10:55:17Z</vt:lpwstr>
  </property>
  <property fmtid="{D5CDD505-2E9C-101B-9397-08002B2CF9AE}" pid="7" name="MSIP_Label_b07bbe84-2447-47ed-9f95-d9c34bc076ba_SiteId">
    <vt:lpwstr>633f3069-d670-4419-9fee-2ab4251c88ee</vt:lpwstr>
  </property>
  <property fmtid="{D5CDD505-2E9C-101B-9397-08002B2CF9AE}" pid="8" name="MSIP_Label_b07bbe84-2447-47ed-9f95-d9c34bc076ba_Method">
    <vt:lpwstr>Standard</vt:lpwstr>
  </property>
  <property fmtid="{D5CDD505-2E9C-101B-9397-08002B2CF9AE}" pid="9" name="MSIP_Label_b07bbe84-2447-47ed-9f95-d9c34bc076ba_ContentBits">
    <vt:lpwstr>0</vt:lpwstr>
  </property>
  <property fmtid="{D5CDD505-2E9C-101B-9397-08002B2CF9AE}" pid="10" name="MSIP_Label_b07bbe84-2447-47ed-9f95-d9c34bc076ba_ActionId">
    <vt:lpwstr>82008502-0ea2-48a0-bd7b-cac11b1135da</vt:lpwstr>
  </property>
</Properties>
</file>